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5" r:id="rId7"/>
    <p:sldId id="275" r:id="rId8"/>
    <p:sldId id="276" r:id="rId9"/>
    <p:sldId id="274" r:id="rId10"/>
    <p:sldId id="283" r:id="rId11"/>
    <p:sldId id="261" r:id="rId12"/>
    <p:sldId id="262" r:id="rId13"/>
    <p:sldId id="263" r:id="rId14"/>
    <p:sldId id="277" r:id="rId15"/>
    <p:sldId id="278" r:id="rId16"/>
    <p:sldId id="284" r:id="rId17"/>
    <p:sldId id="279" r:id="rId18"/>
    <p:sldId id="280" r:id="rId19"/>
    <p:sldId id="285" r:id="rId20"/>
    <p:sldId id="281" r:id="rId21"/>
    <p:sldId id="282" r:id="rId22"/>
    <p:sldId id="295" r:id="rId2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howGuides="1">
      <p:cViewPr varScale="1">
        <p:scale>
          <a:sx n="78" d="100"/>
          <a:sy n="78" d="100"/>
        </p:scale>
        <p:origin x="-1134" y="-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6" Type="http://schemas.openxmlformats.org/officeDocument/2006/relationships/tableStyles" Target="tableStyles.xml"/><Relationship Id="rId25" Type="http://schemas.openxmlformats.org/officeDocument/2006/relationships/viewProps" Target="viewProps.xml"/><Relationship Id="rId24" Type="http://schemas.openxmlformats.org/officeDocument/2006/relationships/presProps" Target="presProps.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bg>
      <p:bgRef idx="1001">
        <a:schemeClr val="bg1"/>
      </p:bgRef>
    </p:bg>
    <p:spTree>
      <p:nvGrpSpPr>
        <p:cNvPr id="1" name=""/>
        <p:cNvGrpSpPr/>
        <p:nvPr/>
      </p:nvGrpSpPr>
      <p:grpSpPr>
        <a:xfrm>
          <a:off x="0" y="0"/>
          <a:ext cx="0" cy="0"/>
          <a:chOff x="0" y="0"/>
          <a:chExt cx="0" cy="0"/>
        </a:xfrm>
      </p:grpSpPr>
      <p:sp>
        <p:nvSpPr>
          <p:cNvPr id="8" name="Title 7"/>
          <p:cNvSpPr>
            <a:spLocks noGrp="1"/>
          </p:cNvSpPr>
          <p:nvPr>
            <p:ph type="ctrTitle"/>
          </p:nvPr>
        </p:nvSpPr>
        <p:spPr>
          <a:xfrm>
            <a:off x="2286000" y="3124200"/>
            <a:ext cx="6172200" cy="1894362"/>
          </a:xfrm>
        </p:spPr>
        <p:txBody>
          <a:bodyPr/>
          <a:lstStyle>
            <a:lvl1pPr>
              <a:defRPr b="1"/>
            </a:lvl1pPr>
          </a:lstStyle>
          <a:p>
            <a:r>
              <a:rPr kumimoji="0" lang="en-US" smtClean="0"/>
              <a:t>Click to edit Master title style</a:t>
            </a:r>
            <a:endParaRPr kumimoji="0" lang="en-US"/>
          </a:p>
        </p:txBody>
      </p:sp>
      <p:sp>
        <p:nvSpPr>
          <p:cNvPr id="9" name="Subtitle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bwMode="auto">
          <a:xfrm rot="5400000">
            <a:off x="7764621" y="1174097"/>
            <a:ext cx="2286000" cy="381000"/>
          </a:xfrm>
        </p:spPr>
        <p:txBody>
          <a:bodyPr/>
          <a:lstStyle/>
          <a:p>
            <a:fld id="{E6F9B8CD-342D-4579-98EC-A8FD6B7370E1}" type="datetimeFigureOut">
              <a:rPr lang="en-US" smtClean="0"/>
            </a:fld>
            <a:endParaRPr lang="en-US" dirty="0"/>
          </a:p>
        </p:txBody>
      </p:sp>
      <p:sp>
        <p:nvSpPr>
          <p:cNvPr id="17" name="Footer Placeholder 16"/>
          <p:cNvSpPr>
            <a:spLocks noGrp="1"/>
          </p:cNvSpPr>
          <p:nvPr>
            <p:ph type="ftr" sz="quarter" idx="11"/>
          </p:nvPr>
        </p:nvSpPr>
        <p:spPr bwMode="auto">
          <a:xfrm rot="5400000">
            <a:off x="7077269" y="4181669"/>
            <a:ext cx="3657600" cy="384048"/>
          </a:xfrm>
        </p:spPr>
        <p:txBody>
          <a:bodyPr/>
          <a:lstStyle/>
          <a:p>
            <a:endParaRPr kumimoji="0" lang="en-US" dirty="0"/>
          </a:p>
        </p:txBody>
      </p:sp>
      <p:sp>
        <p:nvSpPr>
          <p:cNvPr id="10" name="Rectangle 9"/>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Rectangle 13"/>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Straight Connector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0" name="Straight Connector 19"/>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2" name="Straight Connector 21"/>
          <p:cNvSpPr>
            <a:spLocks noChangeShapeType="1"/>
          </p:cNvSpPr>
          <p:nvPr/>
        </p:nvSpPr>
        <p:spPr bwMode="auto">
          <a:xfrm>
            <a:off x="9113856"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7" name="Rectangle 26"/>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309632"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4" name="Oval 23"/>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Oval 25"/>
          <p:cNvSpPr/>
          <p:nvPr/>
        </p:nvSpPr>
        <p:spPr bwMode="auto">
          <a:xfrm>
            <a:off x="1664208" y="5788152"/>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5" name="Oval 24"/>
          <p:cNvSpPr/>
          <p:nvPr/>
        </p:nvSpPr>
        <p:spPr>
          <a:xfrm>
            <a:off x="1905000" y="4495800"/>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9" name="Slide Number Placeholder 28"/>
          <p:cNvSpPr>
            <a:spLocks noGrp="1"/>
          </p:cNvSpPr>
          <p:nvPr>
            <p:ph type="sldNum" sz="quarter" idx="12"/>
          </p:nvPr>
        </p:nvSpPr>
        <p:spPr bwMode="auto">
          <a:xfrm>
            <a:off x="1325544" y="4928702"/>
            <a:ext cx="609600" cy="517524"/>
          </a:xfrm>
        </p:spPr>
        <p:txBody>
          <a:bodyPr/>
          <a:lstStyle/>
          <a:p>
            <a:fld id="{2BBB5E19-F10A-4C2F-BF6F-11C513378A2E}" type="slidenum">
              <a:rPr kumimoji="0" lang="en-US" smtClean="0"/>
            </a:fld>
            <a:endParaRPr kumimoji="0" lang="en-US" dirty="0"/>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8" name="Content Placeholder 7"/>
          <p:cNvSpPr>
            <a:spLocks noGrp="1"/>
          </p:cNvSpPr>
          <p:nvPr>
            <p:ph sz="quarter" idx="1"/>
          </p:nvPr>
        </p:nvSpPr>
        <p:spPr>
          <a:xfrm>
            <a:off x="457200" y="1600200"/>
            <a:ext cx="7467600" cy="4873752"/>
          </a:xfrm>
        </p:spPr>
        <p:txBody>
          <a:body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7" name="Date Placeholder 6"/>
          <p:cNvSpPr>
            <a:spLocks noGrp="1"/>
          </p:cNvSpPr>
          <p:nvPr>
            <p:ph type="dt" sz="half" idx="14"/>
          </p:nvPr>
        </p:nvSpPr>
        <p:spPr/>
        <p:txBody>
          <a:bodyPr rtlCol="0"/>
          <a:lstStyle/>
          <a:p>
            <a:pPr algn="r" eaLnBrk="1" latinLnBrk="0" hangingPunct="1"/>
            <a:fld id="{E6F9B8CD-342D-4579-98EC-A8FD6B7370E1}" type="datetimeFigureOut">
              <a:rPr lang="en-US" smtClean="0"/>
            </a:fld>
            <a:endParaRPr lang="en-US"/>
          </a:p>
        </p:txBody>
      </p:sp>
      <p:sp>
        <p:nvSpPr>
          <p:cNvPr id="9" name="Slide Number Placeholder 8"/>
          <p:cNvSpPr>
            <a:spLocks noGrp="1"/>
          </p:cNvSpPr>
          <p:nvPr>
            <p:ph type="sldNum" sz="quarter" idx="15"/>
          </p:nvPr>
        </p:nvSpPr>
        <p:spPr/>
        <p:txBody>
          <a:bodyPr rtlCol="0"/>
          <a:lstStyle/>
          <a:p>
            <a:pPr algn="ctr" eaLnBrk="1" latinLnBrk="0" hangingPunct="1"/>
            <a:fld id="{2BBB5E19-F10A-4C2F-BF6F-11C513378A2E}" type="slidenum">
              <a:rPr kumimoji="0" lang="en-US" smtClean="0"/>
            </a:fld>
            <a:endParaRPr kumimoji="0" lang="en-US"/>
          </a:p>
        </p:txBody>
      </p:sp>
      <p:sp>
        <p:nvSpPr>
          <p:cNvPr id="10" name="Footer Placeholder 9"/>
          <p:cNvSpPr>
            <a:spLocks noGrp="1"/>
          </p:cNvSpPr>
          <p:nvPr>
            <p:ph type="ftr" sz="quarter" idx="16"/>
          </p:nvPr>
        </p:nvSpPr>
        <p:spPr/>
        <p:txBody>
          <a:bodyPr rtlCol="0"/>
          <a:lstStyle/>
          <a:p>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286000" y="2895600"/>
            <a:ext cx="6172200" cy="2053590"/>
          </a:xfrm>
        </p:spPr>
        <p:txBody>
          <a:bodyPr/>
          <a:lstStyle>
            <a:lvl1pPr algn="l">
              <a:buNone/>
              <a:defRPr sz="3000" b="1" cap="small" baseline="0"/>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2286000" y="5010150"/>
            <a:ext cx="6172200" cy="1371600"/>
          </a:xfrm>
        </p:spPr>
        <p:txBody>
          <a:bodyPr anchor="t"/>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endParaRPr kumimoji="0" lang="en-US" smtClean="0"/>
          </a:p>
        </p:txBody>
      </p:sp>
      <p:sp>
        <p:nvSpPr>
          <p:cNvPr id="4" name="Date Placeholder 3"/>
          <p:cNvSpPr>
            <a:spLocks noGrp="1"/>
          </p:cNvSpPr>
          <p:nvPr>
            <p:ph type="dt" sz="half" idx="10"/>
          </p:nvPr>
        </p:nvSpPr>
        <p:spPr bwMode="auto">
          <a:xfrm rot="5400000">
            <a:off x="7763256" y="1170432"/>
            <a:ext cx="2286000" cy="381000"/>
          </a:xfrm>
        </p:spPr>
        <p:txBody>
          <a:bodyPr/>
          <a:lstStyle/>
          <a:p>
            <a:fld id="{E6F9B8CD-342D-4579-98EC-A8FD6B7370E1}" type="datetimeFigureOut">
              <a:rPr lang="en-US" smtClean="0"/>
            </a:fld>
            <a:endParaRPr lang="en-US"/>
          </a:p>
        </p:txBody>
      </p:sp>
      <p:sp>
        <p:nvSpPr>
          <p:cNvPr id="5" name="Footer Placeholder 4"/>
          <p:cNvSpPr>
            <a:spLocks noGrp="1"/>
          </p:cNvSpPr>
          <p:nvPr>
            <p:ph type="ftr" sz="quarter" idx="11"/>
          </p:nvPr>
        </p:nvSpPr>
        <p:spPr bwMode="auto">
          <a:xfrm rot="5400000">
            <a:off x="7077456" y="4178808"/>
            <a:ext cx="3657600" cy="384048"/>
          </a:xfrm>
        </p:spPr>
        <p:txBody>
          <a:bodyPr/>
          <a:lstStyle/>
          <a:p>
            <a:endParaRPr kumimoji="0" lang="en-US"/>
          </a:p>
        </p:txBody>
      </p:sp>
      <p:sp>
        <p:nvSpPr>
          <p:cNvPr id="9" name="Rectangle 8"/>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Straight Connector 13"/>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7" name="Straight Connector 16"/>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Rectangle 17"/>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9" name="Oval 18"/>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0" name="Oval 19"/>
          <p:cNvSpPr/>
          <p:nvPr/>
        </p:nvSpPr>
        <p:spPr bwMode="auto">
          <a:xfrm>
            <a:off x="1324704"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Oval 21"/>
          <p:cNvSpPr/>
          <p:nvPr/>
        </p:nvSpPr>
        <p:spPr bwMode="auto">
          <a:xfrm>
            <a:off x="1664208" y="5791200"/>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879040" y="4479888"/>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Straight Connector 25"/>
          <p:cNvSpPr>
            <a:spLocks noChangeShapeType="1"/>
          </p:cNvSpPr>
          <p:nvPr/>
        </p:nvSpPr>
        <p:spPr bwMode="auto">
          <a:xfrm>
            <a:off x="9097944"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Slide Number Placeholder 5"/>
          <p:cNvSpPr>
            <a:spLocks noGrp="1"/>
          </p:cNvSpPr>
          <p:nvPr>
            <p:ph type="sldNum" sz="quarter" idx="12"/>
          </p:nvPr>
        </p:nvSpPr>
        <p:spPr bwMode="auto">
          <a:xfrm>
            <a:off x="1340616" y="4928702"/>
            <a:ext cx="609600" cy="517524"/>
          </a:xfrm>
        </p:spPr>
        <p:txBody>
          <a:bodyPr/>
          <a:lstStyle/>
          <a:p>
            <a:fld id="{2BBB5E19-F10A-4C2F-BF6F-11C513378A2E}" type="slidenum">
              <a:rPr kumimoji="0" lang="en-US" smtClean="0"/>
            </a:fld>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E6F9B8CD-342D-4579-98EC-A8FD6B7370E1}" type="datetimeFigureOut">
              <a:rPr lang="en-US" smtClean="0"/>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2BBB5E19-F10A-4C2F-BF6F-11C513378A2E}" type="slidenum">
              <a:rPr kumimoji="0" lang="en-US" smtClean="0"/>
            </a:fld>
            <a:endParaRPr kumimoji="0" lang="en-US"/>
          </a:p>
        </p:txBody>
      </p:sp>
      <p:sp>
        <p:nvSpPr>
          <p:cNvPr id="9" name="Content Placeholder 8"/>
          <p:cNvSpPr>
            <a:spLocks noGrp="1"/>
          </p:cNvSpPr>
          <p:nvPr>
            <p:ph sz="quarter" idx="1"/>
          </p:nvPr>
        </p:nvSpPr>
        <p:spPr>
          <a:xfrm>
            <a:off x="457200" y="1600200"/>
            <a:ext cx="3657600" cy="4572000"/>
          </a:xfrm>
        </p:spPr>
        <p:txBody>
          <a:body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270248" y="1600200"/>
            <a:ext cx="3657600" cy="4572000"/>
          </a:xfrm>
        </p:spPr>
        <p:txBody>
          <a:body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7543800" cy="1143000"/>
          </a:xfrm>
        </p:spPr>
        <p:txBody>
          <a:bodyPr anchor="b"/>
          <a:lstStyle>
            <a:lvl1pPr>
              <a:defRPr/>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E6F9B8CD-342D-4579-98EC-A8FD6B7370E1}" type="datetimeFigureOut">
              <a:rPr lang="en-US" smtClean="0"/>
            </a:fld>
            <a:endParaRPr lang="en-US"/>
          </a:p>
        </p:txBody>
      </p:sp>
      <p:sp>
        <p:nvSpPr>
          <p:cNvPr id="8" name="Footer Placeholder 7"/>
          <p:cNvSpPr>
            <a:spLocks noGrp="1"/>
          </p:cNvSpPr>
          <p:nvPr>
            <p:ph type="ftr" sz="quarter" idx="11"/>
          </p:nvPr>
        </p:nvSpPr>
        <p:spPr/>
        <p:txBody>
          <a:bodyPr/>
          <a:lstStyle/>
          <a:p>
            <a:endParaRPr kumimoji="0" lang="en-US"/>
          </a:p>
        </p:txBody>
      </p:sp>
      <p:sp>
        <p:nvSpPr>
          <p:cNvPr id="9" name="Slide Number Placeholder 8"/>
          <p:cNvSpPr>
            <a:spLocks noGrp="1"/>
          </p:cNvSpPr>
          <p:nvPr>
            <p:ph type="sldNum" sz="quarter" idx="12"/>
          </p:nvPr>
        </p:nvSpPr>
        <p:spPr/>
        <p:txBody>
          <a:bodyPr/>
          <a:lstStyle/>
          <a:p>
            <a:fld id="{2BBB5E19-F10A-4C2F-BF6F-11C513378A2E}" type="slidenum">
              <a:rPr kumimoji="0" lang="en-US" smtClean="0"/>
            </a:fld>
            <a:endParaRPr kumimoji="0" lang="en-US"/>
          </a:p>
        </p:txBody>
      </p:sp>
      <p:sp>
        <p:nvSpPr>
          <p:cNvPr id="11" name="Content Placeholder 10"/>
          <p:cNvSpPr>
            <a:spLocks noGrp="1"/>
          </p:cNvSpPr>
          <p:nvPr>
            <p:ph sz="quarter" idx="2"/>
          </p:nvPr>
        </p:nvSpPr>
        <p:spPr>
          <a:xfrm>
            <a:off x="457200" y="2362200"/>
            <a:ext cx="3657600" cy="3886200"/>
          </a:xfrm>
        </p:spPr>
        <p:txBody>
          <a:body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371975" y="2362200"/>
            <a:ext cx="3657600" cy="3886200"/>
          </a:xfrm>
        </p:spPr>
        <p:txBody>
          <a:body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12" name="Text Placeholder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smtClean="0"/>
              <a:t>Click to edit Master text styles</a:t>
            </a:r>
            <a:endParaRPr kumimoji="0" lang="en-US" smtClean="0"/>
          </a:p>
        </p:txBody>
      </p:sp>
      <p:sp>
        <p:nvSpPr>
          <p:cNvPr id="14" name="Text Placeholder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smtClean="0"/>
              <a:t>Click to edit Master text styles</a:t>
            </a:r>
            <a:endParaRPr kumimoji="0" lang="en-US" smtClean="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6" name="Date Placeholder 5"/>
          <p:cNvSpPr>
            <a:spLocks noGrp="1"/>
          </p:cNvSpPr>
          <p:nvPr>
            <p:ph type="dt" sz="half" idx="10"/>
          </p:nvPr>
        </p:nvSpPr>
        <p:spPr/>
        <p:txBody>
          <a:bodyPr rtlCol="0"/>
          <a:lstStyle/>
          <a:p>
            <a:pPr algn="r" eaLnBrk="1" latinLnBrk="0" hangingPunct="1"/>
            <a:fld id="{E6F9B8CD-342D-4579-98EC-A8FD6B7370E1}" type="datetimeFigureOut">
              <a:rPr lang="en-US" smtClean="0"/>
            </a:fld>
            <a:endParaRPr lang="en-US"/>
          </a:p>
        </p:txBody>
      </p:sp>
      <p:sp>
        <p:nvSpPr>
          <p:cNvPr id="7" name="Slide Number Placeholder 6"/>
          <p:cNvSpPr>
            <a:spLocks noGrp="1"/>
          </p:cNvSpPr>
          <p:nvPr>
            <p:ph type="sldNum" sz="quarter" idx="11"/>
          </p:nvPr>
        </p:nvSpPr>
        <p:spPr/>
        <p:txBody>
          <a:bodyPr rtlCol="0"/>
          <a:lstStyle/>
          <a:p>
            <a:pPr algn="ctr" eaLnBrk="1" latinLnBrk="0" hangingPunct="1"/>
            <a:fld id="{2BBB5E19-F10A-4C2F-BF6F-11C513378A2E}" type="slidenum">
              <a:rPr kumimoji="0" lang="en-US" smtClean="0"/>
            </a:fld>
            <a:endParaRPr kumimoji="0" lang="en-US"/>
          </a:p>
        </p:txBody>
      </p:sp>
      <p:sp>
        <p:nvSpPr>
          <p:cNvPr id="8" name="Footer Placeholder 7"/>
          <p:cNvSpPr>
            <a:spLocks noGrp="1"/>
          </p:cNvSpPr>
          <p:nvPr>
            <p:ph type="ftr" sz="quarter" idx="12"/>
          </p:nvPr>
        </p:nvSpPr>
        <p:spPr/>
        <p:txBody>
          <a:bodyPr rtlCol="0"/>
          <a:lstStyle/>
          <a:p>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6F9B8CD-342D-4579-98EC-A8FD6B7370E1}" type="datetimeFigureOut">
              <a:rPr lang="en-US" smtClean="0"/>
            </a:fld>
            <a:endParaRPr lang="en-US"/>
          </a:p>
        </p:txBody>
      </p:sp>
      <p:sp>
        <p:nvSpPr>
          <p:cNvPr id="3" name="Footer Placeholder 2"/>
          <p:cNvSpPr>
            <a:spLocks noGrp="1"/>
          </p:cNvSpPr>
          <p:nvPr>
            <p:ph type="ftr" sz="quarter" idx="11"/>
          </p:nvPr>
        </p:nvSpPr>
        <p:spPr/>
        <p:txBody>
          <a:bodyPr/>
          <a:lstStyle/>
          <a:p>
            <a:endParaRPr kumimoji="0" lang="en-US"/>
          </a:p>
        </p:txBody>
      </p:sp>
      <p:sp>
        <p:nvSpPr>
          <p:cNvPr id="4" name="Slide Number Placeholder 3"/>
          <p:cNvSpPr>
            <a:spLocks noGrp="1"/>
          </p:cNvSpPr>
          <p:nvPr>
            <p:ph type="sldNum" sz="quarter" idx="12"/>
          </p:nvPr>
        </p:nvSpPr>
        <p:spPr/>
        <p:txBody>
          <a:bodyPr/>
          <a:lstStyle/>
          <a:p>
            <a:fld id="{2BBB5E19-F10A-4C2F-BF6F-11C513378A2E}" type="slidenum">
              <a:rPr kumimoji="0" lang="en-US" smtClean="0"/>
            </a:fld>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Content with Caption">
    <p:bg>
      <p:bgRef idx="1001">
        <a:schemeClr val="bg1"/>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 name="Title 1"/>
          <p:cNvSpPr>
            <a:spLocks noGrp="1"/>
          </p:cNvSpPr>
          <p:nvPr>
            <p:ph type="title"/>
          </p:nvPr>
        </p:nvSpPr>
        <p:spPr>
          <a:xfrm rot="5400000">
            <a:off x="3371850" y="3200400"/>
            <a:ext cx="6309360" cy="457200"/>
          </a:xfrm>
        </p:spPr>
        <p:txBody>
          <a:bodyPr anchor="b"/>
          <a:lstStyle>
            <a:lvl1pPr algn="l">
              <a:buNone/>
              <a:defRPr sz="2000" b="1" cap="small" baseline="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endParaRPr kumimoji="0" lang="en-US" smtClean="0"/>
          </a:p>
        </p:txBody>
      </p:sp>
      <p:sp>
        <p:nvSpPr>
          <p:cNvPr id="8" name="Straight Connector 7"/>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9" name="Straight Connector 8"/>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1" name="Straight Connector 10"/>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Rectangle 11"/>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Oval 13"/>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8" name="Content Placeholder 17"/>
          <p:cNvSpPr>
            <a:spLocks noGrp="1"/>
          </p:cNvSpPr>
          <p:nvPr>
            <p:ph sz="quarter" idx="1"/>
          </p:nvPr>
        </p:nvSpPr>
        <p:spPr>
          <a:xfrm>
            <a:off x="304800" y="274320"/>
            <a:ext cx="5638800" cy="6327648"/>
          </a:xfrm>
        </p:spPr>
        <p:txBody>
          <a:body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21" name="Date Placeholder 20"/>
          <p:cNvSpPr>
            <a:spLocks noGrp="1"/>
          </p:cNvSpPr>
          <p:nvPr>
            <p:ph type="dt" sz="half" idx="14"/>
          </p:nvPr>
        </p:nvSpPr>
        <p:spPr/>
        <p:txBody>
          <a:bodyPr rtlCol="0"/>
          <a:lstStyle/>
          <a:p>
            <a:pPr algn="r" eaLnBrk="1" latinLnBrk="0" hangingPunct="1"/>
            <a:fld id="{E6F9B8CD-342D-4579-98EC-A8FD6B7370E1}" type="datetimeFigureOut">
              <a:rPr lang="en-US" smtClean="0"/>
            </a:fld>
            <a:endParaRPr lang="en-US" dirty="0"/>
          </a:p>
        </p:txBody>
      </p:sp>
      <p:sp>
        <p:nvSpPr>
          <p:cNvPr id="22" name="Slide Number Placeholder 21"/>
          <p:cNvSpPr>
            <a:spLocks noGrp="1"/>
          </p:cNvSpPr>
          <p:nvPr>
            <p:ph type="sldNum" sz="quarter" idx="15"/>
          </p:nvPr>
        </p:nvSpPr>
        <p:spPr/>
        <p:txBody>
          <a:bodyPr rtlCol="0"/>
          <a:lstStyle/>
          <a:p>
            <a:pPr algn="ctr" eaLnBrk="1" latinLnBrk="0" hangingPunct="1"/>
            <a:fld id="{2BBB5E19-F10A-4C2F-BF6F-11C513378A2E}" type="slidenum">
              <a:rPr kumimoji="0" lang="en-US" smtClean="0"/>
            </a:fld>
            <a:endParaRPr kumimoji="0" lang="en-US"/>
          </a:p>
        </p:txBody>
      </p:sp>
      <p:sp>
        <p:nvSpPr>
          <p:cNvPr id="23" name="Footer Placeholder 22"/>
          <p:cNvSpPr>
            <a:spLocks noGrp="1"/>
          </p:cNvSpPr>
          <p:nvPr>
            <p:ph type="ftr" sz="quarter" idx="16"/>
          </p:nvPr>
        </p:nvSpPr>
        <p:spPr/>
        <p:txBody>
          <a:bodyPr rtlCol="0"/>
          <a:lstStyle/>
          <a:p>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Picture with Caption">
    <p:spTree>
      <p:nvGrpSpPr>
        <p:cNvPr id="1" name=""/>
        <p:cNvGrpSpPr/>
        <p:nvPr/>
      </p:nvGrpSpPr>
      <p:grpSpPr>
        <a:xfrm>
          <a:off x="0" y="0"/>
          <a:ext cx="0" cy="0"/>
          <a:chOff x="0" y="0"/>
          <a:chExt cx="0" cy="0"/>
        </a:xfrm>
      </p:grpSpPr>
      <p:sp>
        <p:nvSpPr>
          <p:cNvPr id="9" name="Straight Connector 8"/>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Oval 12"/>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le 1"/>
          <p:cNvSpPr>
            <a:spLocks noGrp="1"/>
          </p:cNvSpPr>
          <p:nvPr>
            <p:ph type="title"/>
          </p:nvPr>
        </p:nvSpPr>
        <p:spPr>
          <a:xfrm rot="5400000">
            <a:off x="3350133" y="3200400"/>
            <a:ext cx="6309360" cy="457200"/>
          </a:xfrm>
        </p:spPr>
        <p:txBody>
          <a:bodyPr anchor="b"/>
          <a:lstStyle>
            <a:lvl1pPr algn="l">
              <a:buNone/>
              <a:defRPr sz="2000" b="1"/>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3200"/>
            </a:lvl1pPr>
          </a:lstStyle>
          <a:p>
            <a:pPr algn="ctr" eaLnBrk="1" latinLnBrk="0" hangingPunct="1">
              <a:buFontTx/>
              <a:buNone/>
            </a:pPr>
            <a:r>
              <a:rPr kumimoji="0" lang="en-US" smtClean="0"/>
              <a:t>Click icon to add picture</a:t>
            </a:r>
            <a:endParaRPr kumimoji="0" lang="en-US" dirty="0"/>
          </a:p>
        </p:txBody>
      </p:sp>
      <p:sp>
        <p:nvSpPr>
          <p:cNvPr id="4" name="Text Placeholder 3"/>
          <p:cNvSpPr>
            <a:spLocks noGrp="1"/>
          </p:cNvSpPr>
          <p:nvPr>
            <p:ph type="body" sz="half" idx="2"/>
          </p:nvPr>
        </p:nvSpPr>
        <p:spPr>
          <a:xfrm>
            <a:off x="6765798" y="264795"/>
            <a:ext cx="1524000" cy="4956048"/>
          </a:xfrm>
        </p:spPr>
        <p:txBody>
          <a:bodyPr rot="0" spcFirstLastPara="0" vertOverflow="overflow" horzOverflow="overflow" vert="horz" wrap="square" lIns="91440" tIns="45720" rIns="91440" bIns="45720" numCol="1" spcCol="274320" rtlCol="0" fromWordArt="0" anchor="t" anchorCtr="0" forceAA="0" compatLnSpc="1">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eaLnBrk="1" latinLnBrk="0" hangingPunct="1"/>
            <a:r>
              <a:rPr kumimoji="0" lang="en-US" smtClean="0"/>
              <a:t>Click to edit Master text styles</a:t>
            </a:r>
            <a:endParaRPr kumimoji="0" lang="en-US" smtClean="0"/>
          </a:p>
        </p:txBody>
      </p:sp>
      <p:sp>
        <p:nvSpPr>
          <p:cNvPr id="10" name="Straight Connector 9"/>
          <p:cNvSpPr>
            <a:spLocks noChangeShapeType="1"/>
          </p:cNvSpPr>
          <p:nvPr/>
        </p:nvSpPr>
        <p:spPr bwMode="auto">
          <a:xfrm>
            <a:off x="8991600" y="0"/>
            <a:ext cx="0" cy="6858000"/>
          </a:xfrm>
          <a:prstGeom prst="lin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Rectangle 10"/>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Straight Connector 11"/>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9" name="Straight Connector 18"/>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0" name="Straight Connector 19"/>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7" name="Date Placeholder 16"/>
          <p:cNvSpPr>
            <a:spLocks noGrp="1"/>
          </p:cNvSpPr>
          <p:nvPr>
            <p:ph type="dt" sz="half" idx="10"/>
          </p:nvPr>
        </p:nvSpPr>
        <p:spPr/>
        <p:txBody>
          <a:bodyPr rtlCol="0"/>
          <a:lstStyle/>
          <a:p>
            <a:pPr algn="r" eaLnBrk="1" latinLnBrk="0" hangingPunct="1"/>
            <a:fld id="{E6F9B8CD-342D-4579-98EC-A8FD6B7370E1}" type="datetimeFigureOut">
              <a:rPr lang="en-US" smtClean="0"/>
            </a:fld>
            <a:endParaRPr lang="en-US"/>
          </a:p>
        </p:txBody>
      </p:sp>
      <p:sp>
        <p:nvSpPr>
          <p:cNvPr id="18" name="Slide Number Placeholder 17"/>
          <p:cNvSpPr>
            <a:spLocks noGrp="1"/>
          </p:cNvSpPr>
          <p:nvPr>
            <p:ph type="sldNum" sz="quarter" idx="11"/>
          </p:nvPr>
        </p:nvSpPr>
        <p:spPr/>
        <p:txBody>
          <a:bodyPr rtlCol="0"/>
          <a:lstStyle/>
          <a:p>
            <a:pPr algn="ctr" eaLnBrk="1" latinLnBrk="0" hangingPunct="1"/>
            <a:fld id="{2BBB5E19-F10A-4C2F-BF6F-11C513378A2E}" type="slidenum">
              <a:rPr kumimoji="0" lang="en-US" smtClean="0"/>
            </a:fld>
            <a:endParaRPr kumimoji="0" lang="en-US"/>
          </a:p>
        </p:txBody>
      </p:sp>
      <p:sp>
        <p:nvSpPr>
          <p:cNvPr id="21" name="Footer Placeholder 20"/>
          <p:cNvSpPr>
            <a:spLocks noGrp="1"/>
          </p:cNvSpPr>
          <p:nvPr>
            <p:ph type="ftr" sz="quarter" idx="12"/>
          </p:nvPr>
        </p:nvSpPr>
        <p:spPr/>
        <p:txBody>
          <a:bodyPr rtlCol="0"/>
          <a:lstStyle/>
          <a:p>
            <a:endParaRPr kumimoji="0"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E6F9B8CD-342D-4579-98EC-A8FD6B7370E1}" type="datetimeFigureOut">
              <a:rPr lang="en-US" smtClean="0"/>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2BBB5E19-F10A-4C2F-BF6F-11C513378A2E}" type="slidenum">
              <a:rPr kumimoji="0" lang="en-US" smtClean="0"/>
            </a:fld>
            <a:endParaRPr kumimoji="0"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1676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E6F9B8CD-342D-4579-98EC-A8FD6B7370E1}" type="datetimeFigureOut">
              <a:rPr lang="en-US" smtClean="0"/>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2BBB5E19-F10A-4C2F-BF6F-11C513378A2E}" type="slidenum">
              <a:rPr kumimoji="0" lang="en-US" smtClean="0"/>
            </a:fld>
            <a:endParaRPr kumimoji="0"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Straight Connector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2" name="Title Placeholder 21"/>
          <p:cNvSpPr>
            <a:spLocks noGrp="1"/>
          </p:cNvSpPr>
          <p:nvPr>
            <p:ph type="title"/>
          </p:nvPr>
        </p:nvSpPr>
        <p:spPr>
          <a:xfrm>
            <a:off x="457200" y="274638"/>
            <a:ext cx="7467600" cy="1143000"/>
          </a:xfrm>
          <a:prstGeom prst="rect">
            <a:avLst/>
          </a:prstGeom>
        </p:spPr>
        <p:txBody>
          <a:bodyPr vert="horz" anchor="b">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457200" y="1600200"/>
            <a:ext cx="7467600" cy="4873752"/>
          </a:xfrm>
          <a:prstGeom prst="rect">
            <a:avLst/>
          </a:prstGeom>
        </p:spPr>
        <p:txBody>
          <a:bodyPr vert="horz">
            <a:normAutofit/>
          </a:bodyPr>
          <a:lstStyle/>
          <a:p>
            <a:pPr lvl="0" eaLnBrk="1" latinLnBrk="0" hangingPunct="1"/>
            <a:r>
              <a:rPr kumimoji="0" lang="en-US" smtClean="0"/>
              <a:t>Click to edit Master text styles</a:t>
            </a:r>
            <a:endParaRPr kumimoji="0" lang="en-US" smtClean="0"/>
          </a:p>
          <a:p>
            <a:pPr lvl="1" eaLnBrk="1" latinLnBrk="0" hangingPunct="1"/>
            <a:r>
              <a:rPr kumimoji="0" lang="en-US" smtClean="0"/>
              <a:t>Second level</a:t>
            </a:r>
            <a:endParaRPr kumimoji="0" lang="en-US" smtClean="0"/>
          </a:p>
          <a:p>
            <a:pPr lvl="2" eaLnBrk="1" latinLnBrk="0" hangingPunct="1"/>
            <a:r>
              <a:rPr kumimoji="0" lang="en-US" smtClean="0"/>
              <a:t>Third level</a:t>
            </a:r>
            <a:endParaRPr kumimoji="0" lang="en-US" smtClean="0"/>
          </a:p>
          <a:p>
            <a:pPr lvl="3" eaLnBrk="1" latinLnBrk="0" hangingPunct="1"/>
            <a:r>
              <a:rPr kumimoji="0" lang="en-US" smtClean="0"/>
              <a:t>Fourth level</a:t>
            </a:r>
            <a:endParaRPr kumimoji="0" lang="en-US" smtClean="0"/>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rot="5400000">
            <a:off x="7589520" y="1081851"/>
            <a:ext cx="2011680" cy="384048"/>
          </a:xfrm>
          <a:prstGeom prst="rect">
            <a:avLst/>
          </a:prstGeom>
        </p:spPr>
        <p:txBody>
          <a:bodyPr vert="horz" anchor="ctr" anchorCtr="0"/>
          <a:lstStyle>
            <a:lvl1pPr algn="r" eaLnBrk="1" latinLnBrk="0" hangingPunct="1">
              <a:defRPr kumimoji="0" sz="1200">
                <a:solidFill>
                  <a:schemeClr val="tx2"/>
                </a:solidFill>
              </a:defRPr>
            </a:lvl1pPr>
          </a:lstStyle>
          <a:p>
            <a:pPr algn="r" eaLnBrk="1" latinLnBrk="0" hangingPunct="1"/>
            <a:fld id="{E6F9B8CD-342D-4579-98EC-A8FD6B7370E1}" type="datetimeFigureOut">
              <a:rPr lang="en-US" smtClean="0"/>
            </a:fld>
            <a:endParaRPr lang="en-US" dirty="0">
              <a:solidFill>
                <a:schemeClr val="tx2"/>
              </a:solidFill>
            </a:endParaRPr>
          </a:p>
        </p:txBody>
      </p:sp>
      <p:sp>
        <p:nvSpPr>
          <p:cNvPr id="3" name="Footer Placeholder 2"/>
          <p:cNvSpPr>
            <a:spLocks noGrp="1"/>
          </p:cNvSpPr>
          <p:nvPr>
            <p:ph type="ftr" sz="quarter" idx="3"/>
          </p:nvPr>
        </p:nvSpPr>
        <p:spPr>
          <a:xfrm rot="5400000">
            <a:off x="6990186" y="3737240"/>
            <a:ext cx="3200400" cy="365760"/>
          </a:xfrm>
          <a:prstGeom prst="rect">
            <a:avLst/>
          </a:prstGeom>
        </p:spPr>
        <p:txBody>
          <a:bodyPr vert="horz" anchor="ctr" anchorCtr="0"/>
          <a:lstStyle>
            <a:lvl1pPr algn="l" eaLnBrk="1" latinLnBrk="0" hangingPunct="1">
              <a:defRPr kumimoji="0" sz="1200">
                <a:solidFill>
                  <a:schemeClr val="tx2"/>
                </a:solidFill>
              </a:defRPr>
            </a:lvl1pPr>
          </a:lstStyle>
          <a:p>
            <a:pPr algn="l" eaLnBrk="1" latinLnBrk="0" hangingPunct="1"/>
            <a:endParaRPr kumimoji="0" lang="en-US" dirty="0">
              <a:solidFill>
                <a:schemeClr val="tx2"/>
              </a:solidFill>
            </a:endParaRPr>
          </a:p>
        </p:txBody>
      </p:sp>
      <p:sp>
        <p:nvSpPr>
          <p:cNvPr id="7" name="Straight Connector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Straight Connector 8"/>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ectangle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Oval 11"/>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Slide Number Placeholder 22"/>
          <p:cNvSpPr>
            <a:spLocks noGrp="1"/>
          </p:cNvSpPr>
          <p:nvPr>
            <p:ph type="sldNum" sz="quarter" idx="4"/>
          </p:nvPr>
        </p:nvSpPr>
        <p:spPr>
          <a:xfrm>
            <a:off x="8129016" y="5734050"/>
            <a:ext cx="609600" cy="521208"/>
          </a:xfrm>
          <a:prstGeom prst="rect">
            <a:avLst/>
          </a:prstGeom>
        </p:spPr>
        <p:txBody>
          <a:bodyPr vert="horz" anchor="ctr"/>
          <a:lstStyle>
            <a:lvl1pPr algn="ctr" eaLnBrk="1" latinLnBrk="0" hangingPunct="1">
              <a:defRPr kumimoji="0" sz="1400" b="1">
                <a:solidFill>
                  <a:srgbClr val="FFFFFF"/>
                </a:solidFill>
              </a:defRPr>
            </a:lvl1pPr>
          </a:lstStyle>
          <a:p>
            <a:pPr algn="ctr" eaLnBrk="1" latinLnBrk="0" hangingPunct="1"/>
            <a:fld id="{2BBB5E19-F10A-4C2F-BF6F-11C513378A2E}" type="slidenum">
              <a:rPr kumimoji="0" lang="en-US" smtClean="0"/>
            </a:fld>
            <a:endParaRPr kumimoji="0" lang="en-US" sz="1400" b="1" dirty="0">
              <a:solidFill>
                <a:srgbClr val="FFFFFF"/>
              </a:solidFill>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rtl="0" eaLnBrk="1" latinLnBrk="0" hangingPunct="1">
        <a:spcBef>
          <a:spcPct val="0"/>
        </a:spcBef>
        <a:buNone/>
        <a:defRPr kumimoji="0" sz="3000" b="0" kern="1200" cap="small" baseline="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0000"/>
        <a:buFont typeface="Wingdings" panose="05000000000000000000"/>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panose="05020102010507070707"/>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panose="05000000000000000000"/>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panose="05000000000000000000"/>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panose="05020102010507070707"/>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panose="05000000000000000000"/>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86000" y="304800"/>
            <a:ext cx="6172200" cy="3657600"/>
          </a:xfrm>
        </p:spPr>
        <p:txBody>
          <a:bodyPr>
            <a:normAutofit/>
          </a:bodyPr>
          <a:lstStyle/>
          <a:p>
            <a:r>
              <a:rPr lang="en-US" dirty="0" smtClean="0">
                <a:solidFill>
                  <a:srgbClr val="FF0000"/>
                </a:solidFill>
              </a:rPr>
              <a:t>WOMEN’s EMPOWERMENT SEMINAR </a:t>
            </a:r>
            <a:br>
              <a:rPr lang="en-US" dirty="0" smtClean="0">
                <a:solidFill>
                  <a:srgbClr val="FF0000"/>
                </a:solidFill>
              </a:rPr>
            </a:br>
            <a:r>
              <a:rPr lang="en-US" dirty="0" smtClean="0">
                <a:solidFill>
                  <a:srgbClr val="FF0000"/>
                </a:solidFill>
              </a:rPr>
              <a:t>BANGALORE </a:t>
            </a:r>
            <a:br>
              <a:rPr lang="en-US" dirty="0" smtClean="0">
                <a:solidFill>
                  <a:srgbClr val="FF0000"/>
                </a:solidFill>
              </a:rPr>
            </a:br>
            <a:br>
              <a:rPr lang="en-US" dirty="0" smtClean="0">
                <a:solidFill>
                  <a:srgbClr val="FF0000"/>
                </a:solidFill>
              </a:rPr>
            </a:br>
            <a:r>
              <a:rPr lang="en-US" dirty="0" smtClean="0">
                <a:solidFill>
                  <a:srgbClr val="FF0000"/>
                </a:solidFill>
              </a:rPr>
              <a:t>THE INNER SELF  </a:t>
            </a:r>
            <a:br>
              <a:rPr lang="en-US" dirty="0" smtClean="0">
                <a:solidFill>
                  <a:srgbClr val="FF0000"/>
                </a:solidFill>
              </a:rPr>
            </a:br>
            <a:r>
              <a:rPr lang="en-US" dirty="0" smtClean="0">
                <a:solidFill>
                  <a:srgbClr val="FF0000"/>
                </a:solidFill>
              </a:rPr>
              <a:t>Lecture I </a:t>
            </a:r>
            <a:br>
              <a:rPr lang="en-US" dirty="0" smtClean="0"/>
            </a:br>
            <a:endParaRPr lang="en-US" dirty="0"/>
          </a:p>
        </p:txBody>
      </p:sp>
      <p:sp>
        <p:nvSpPr>
          <p:cNvPr id="3" name="Subtitle 2"/>
          <p:cNvSpPr>
            <a:spLocks noGrp="1"/>
          </p:cNvSpPr>
          <p:nvPr>
            <p:ph type="subTitle" idx="1"/>
          </p:nvPr>
        </p:nvSpPr>
        <p:spPr/>
        <p:txBody>
          <a:bodyPr/>
          <a:lstStyle/>
          <a:p>
            <a:r>
              <a:rPr lang="en-US" dirty="0" smtClean="0">
                <a:solidFill>
                  <a:schemeClr val="accent2"/>
                </a:solidFill>
              </a:rPr>
              <a:t>    						    	             by Dr. (Mrs.) Philomena </a:t>
            </a:r>
            <a:r>
              <a:rPr lang="en-US" dirty="0" err="1" smtClean="0">
                <a:solidFill>
                  <a:schemeClr val="accent2"/>
                </a:solidFill>
              </a:rPr>
              <a:t>Kanagaraj</a:t>
            </a:r>
            <a:endParaRPr lang="en-US" dirty="0">
              <a:solidFill>
                <a:schemeClr val="accent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639762"/>
          </a:xfrm>
        </p:spPr>
        <p:txBody>
          <a:bodyPr/>
          <a:lstStyle/>
          <a:p>
            <a:r>
              <a:rPr lang="en-US" dirty="0" smtClean="0"/>
              <a:t>     THE INNER MAN </a:t>
            </a:r>
            <a:r>
              <a:rPr lang="en-US" sz="2000" dirty="0" smtClean="0"/>
              <a:t>by Dr. HENRY JOSEPH</a:t>
            </a:r>
            <a:endParaRPr lang="en-US" sz="2000" dirty="0"/>
          </a:p>
        </p:txBody>
      </p:sp>
      <p:sp>
        <p:nvSpPr>
          <p:cNvPr id="3" name="Content Placeholder 2"/>
          <p:cNvSpPr>
            <a:spLocks noGrp="1"/>
          </p:cNvSpPr>
          <p:nvPr>
            <p:ph sz="quarter" idx="1"/>
          </p:nvPr>
        </p:nvSpPr>
        <p:spPr/>
        <p:txBody>
          <a:bodyPr>
            <a:normAutofit lnSpcReduction="10000"/>
          </a:bodyPr>
          <a:lstStyle/>
          <a:p>
            <a:pPr marL="273050" lvl="0" indent="-273050" fontAlgn="base">
              <a:spcBef>
                <a:spcPts val="575"/>
              </a:spcBef>
              <a:spcAft>
                <a:spcPct val="0"/>
              </a:spcAft>
              <a:buClr>
                <a:srgbClr val="D34817"/>
              </a:buClr>
              <a:buSzPct val="85000"/>
              <a:buFont typeface="Wingdings 2" panose="05020102010507070707" pitchFamily="18" charset="2"/>
              <a:buChar char=""/>
            </a:pPr>
            <a:endParaRPr lang="en-US" sz="2600" dirty="0" smtClean="0">
              <a:solidFill>
                <a:prstClr val="black"/>
              </a:solidFill>
              <a:latin typeface="Perpetua" panose="02020502060401020303"/>
            </a:endParaRP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1 Thess 5:23 b</a:t>
            </a:r>
            <a:endParaRPr lang="en-US" dirty="0"/>
          </a:p>
          <a:p>
            <a:r>
              <a:rPr lang="en-US" dirty="0"/>
              <a:t>Gen 2:7 </a:t>
            </a:r>
            <a:endParaRPr lang="en-US" dirty="0"/>
          </a:p>
        </p:txBody>
      </p:sp>
      <p:sp>
        <p:nvSpPr>
          <p:cNvPr id="9" name="Oval 8"/>
          <p:cNvSpPr/>
          <p:nvPr/>
        </p:nvSpPr>
        <p:spPr>
          <a:xfrm>
            <a:off x="1295400" y="1143000"/>
            <a:ext cx="6477000" cy="4648200"/>
          </a:xfrm>
          <a:prstGeom prst="ellipse">
            <a:avLst/>
          </a:prstGeom>
          <a:solidFill>
            <a:schemeClr val="accent3">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1"/>
          <a:lstStyle>
            <a:defPPr>
              <a:defRPr lang="en-US">
                <a:solidFill>
                  <a:schemeClr val="lt1"/>
                </a:solidFill>
              </a:defRPr>
            </a:defPPr>
            <a:lvl1pPr marL="0" lvl="0" indent="0" algn="l" defTabSz="914400" rtl="0" eaLnBrk="1" fontAlgn="base" latinLnBrk="0" hangingPunct="1">
              <a:lnSpc>
                <a:spcPct val="100000"/>
              </a:lnSpc>
              <a:spcBef>
                <a:spcPct val="0"/>
              </a:spcBef>
              <a:spcAft>
                <a:spcPct val="0"/>
              </a:spcAft>
              <a:buNone/>
              <a:defRPr b="0" i="0" u="none" kern="1200" baseline="0">
                <a:solidFill>
                  <a:schemeClr val="lt1"/>
                </a:solidFill>
                <a:latin typeface="Arial" panose="020B0604020202020204" pitchFamily="34" charset="0"/>
                <a:ea typeface="+mn-ea"/>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lt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lt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lt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lt1"/>
                </a:solidFill>
                <a:latin typeface="Arial" panose="020B0604020202020204" pitchFamily="34" charset="0"/>
                <a:ea typeface="+mn-ea"/>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lt1"/>
                </a:solidFill>
                <a:latin typeface="Arial" panose="020B0604020202020204" pitchFamily="34" charset="0"/>
                <a:ea typeface="+mn-ea"/>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lt1"/>
                </a:solidFill>
                <a:latin typeface="Arial" panose="020B0604020202020204" pitchFamily="34" charset="0"/>
                <a:ea typeface="+mn-ea"/>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lt1"/>
                </a:solidFill>
                <a:latin typeface="Arial" panose="020B0604020202020204" pitchFamily="34" charset="0"/>
                <a:ea typeface="+mn-ea"/>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lt1"/>
                </a:solidFill>
                <a:latin typeface="Arial" panose="020B0604020202020204" pitchFamily="34" charset="0"/>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3200" b="0" i="0" u="none" strike="noStrike" kern="1200" cap="none" spc="0" normalizeH="0" baseline="0" noProof="0" dirty="0">
                <a:ln>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a:solidFill>
                  <a:schemeClr val="lt1"/>
                </a:solidFill>
                <a:effectLst/>
                <a:uLnTx/>
                <a:uFillTx/>
                <a:latin typeface="+mn-lt"/>
                <a:ea typeface="+mn-ea"/>
                <a:cs typeface="+mn-cs"/>
              </a:rPr>
              <a:t>			   </a:t>
            </a:r>
            <a:endParaRPr kumimoji="0" lang="en-US" sz="3200" b="0" i="0" u="none" strike="noStrike" kern="1200" cap="none" spc="0" normalizeH="0" baseline="0" noProof="0" dirty="0">
              <a:ln>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a:solidFill>
                <a:schemeClr val="lt1"/>
              </a:solidFill>
              <a:effectLst/>
              <a:uLnTx/>
              <a:uFillTx/>
              <a:latin typeface="+mn-lt"/>
              <a:ea typeface="+mn-ea"/>
              <a:cs typeface="+mn-cs"/>
            </a:endParaRPr>
          </a:p>
        </p:txBody>
      </p:sp>
      <p:sp>
        <p:nvSpPr>
          <p:cNvPr id="11" name="Oval 10"/>
          <p:cNvSpPr/>
          <p:nvPr/>
        </p:nvSpPr>
        <p:spPr>
          <a:xfrm>
            <a:off x="3314700" y="2552700"/>
            <a:ext cx="2514600" cy="1752600"/>
          </a:xfrm>
          <a:prstGeom prst="ellipse">
            <a:avLst/>
          </a:prstGeom>
          <a:solidFill>
            <a:schemeClr val="bg1">
              <a:lumMod val="95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en-US">
                <a:solidFill>
                  <a:schemeClr val="lt1"/>
                </a:solidFill>
              </a:defRPr>
            </a:defPPr>
            <a:lvl1pPr marL="0" lvl="0" indent="0" algn="l" defTabSz="914400" rtl="0" eaLnBrk="1" fontAlgn="base" latinLnBrk="0" hangingPunct="1">
              <a:lnSpc>
                <a:spcPct val="100000"/>
              </a:lnSpc>
              <a:spcBef>
                <a:spcPct val="0"/>
              </a:spcBef>
              <a:spcAft>
                <a:spcPct val="0"/>
              </a:spcAft>
              <a:buNone/>
              <a:defRPr b="0" i="0" u="none" kern="1200" baseline="0">
                <a:solidFill>
                  <a:schemeClr val="lt1"/>
                </a:solidFill>
                <a:latin typeface="Arial" panose="020B0604020202020204" pitchFamily="34" charset="0"/>
                <a:ea typeface="+mn-ea"/>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lt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lt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lt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lt1"/>
                </a:solidFill>
                <a:latin typeface="Arial" panose="020B0604020202020204" pitchFamily="34" charset="0"/>
                <a:ea typeface="+mn-ea"/>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lt1"/>
                </a:solidFill>
                <a:latin typeface="Arial" panose="020B0604020202020204" pitchFamily="34" charset="0"/>
                <a:ea typeface="+mn-ea"/>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lt1"/>
                </a:solidFill>
                <a:latin typeface="Arial" panose="020B0604020202020204" pitchFamily="34" charset="0"/>
                <a:ea typeface="+mn-ea"/>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lt1"/>
                </a:solidFill>
                <a:latin typeface="Arial" panose="020B0604020202020204" pitchFamily="34" charset="0"/>
                <a:ea typeface="+mn-ea"/>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lt1"/>
                </a:solidFill>
                <a:latin typeface="Arial" panose="020B0604020202020204" pitchFamily="34" charset="0"/>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3600" b="1" i="0" u="none" strike="noStrike" kern="1200" cap="none" spc="0" normalizeH="0" baseline="0" noProof="0" dirty="0" smtClean="0">
                <a:ln>
                  <a:noFill/>
                </a:ln>
                <a:solidFill>
                  <a:schemeClr val="accent4">
                    <a:lumMod val="75000"/>
                  </a:schemeClr>
                </a:solidFill>
                <a:effectLst/>
                <a:uLnTx/>
                <a:uFillTx/>
                <a:latin typeface="+mn-lt"/>
                <a:ea typeface="+mn-ea"/>
                <a:cs typeface="+mn-cs"/>
              </a:rPr>
              <a:t>SPIRIT</a:t>
            </a:r>
            <a:endParaRPr kumimoji="0" lang="en-US" sz="3600" b="1" i="0" u="none" strike="noStrike" kern="1200" cap="none" spc="0" normalizeH="0" baseline="0" noProof="0" dirty="0">
              <a:ln>
                <a:noFill/>
              </a:ln>
              <a:solidFill>
                <a:schemeClr val="accent4">
                  <a:lumMod val="75000"/>
                </a:schemeClr>
              </a:solidFill>
              <a:effectLst/>
              <a:uLnTx/>
              <a:uFillTx/>
              <a:latin typeface="+mn-lt"/>
              <a:ea typeface="+mn-ea"/>
              <a:cs typeface="+mn-cs"/>
            </a:endParaRPr>
          </a:p>
        </p:txBody>
      </p:sp>
      <p:sp>
        <p:nvSpPr>
          <p:cNvPr id="14" name="Oval 13"/>
          <p:cNvSpPr/>
          <p:nvPr/>
        </p:nvSpPr>
        <p:spPr>
          <a:xfrm>
            <a:off x="2514600" y="2209800"/>
            <a:ext cx="4572000" cy="2514600"/>
          </a:xfrm>
          <a:prstGeom prst="ellipse">
            <a:avLst/>
          </a:prstGeom>
          <a:solidFill>
            <a:schemeClr val="accent3">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anchorCtr="1"/>
          <a:lstStyle>
            <a:defPPr>
              <a:defRPr lang="en-US">
                <a:solidFill>
                  <a:schemeClr val="lt1"/>
                </a:solidFill>
              </a:defRPr>
            </a:defPPr>
            <a:lvl1pPr marL="0" lvl="0" indent="0" algn="l" defTabSz="914400" rtl="0" eaLnBrk="1" fontAlgn="base" latinLnBrk="0" hangingPunct="1">
              <a:lnSpc>
                <a:spcPct val="100000"/>
              </a:lnSpc>
              <a:spcBef>
                <a:spcPct val="0"/>
              </a:spcBef>
              <a:spcAft>
                <a:spcPct val="0"/>
              </a:spcAft>
              <a:buNone/>
              <a:defRPr b="0" i="0" u="none" kern="1200" baseline="0">
                <a:solidFill>
                  <a:schemeClr val="lt1"/>
                </a:solidFill>
                <a:latin typeface="Arial" panose="020B0604020202020204" pitchFamily="34" charset="0"/>
                <a:ea typeface="+mn-ea"/>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lt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lt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lt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lt1"/>
                </a:solidFill>
                <a:latin typeface="Arial" panose="020B0604020202020204" pitchFamily="34" charset="0"/>
                <a:ea typeface="+mn-ea"/>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lt1"/>
                </a:solidFill>
                <a:latin typeface="Arial" panose="020B0604020202020204" pitchFamily="34" charset="0"/>
                <a:ea typeface="+mn-ea"/>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lt1"/>
                </a:solidFill>
                <a:latin typeface="Arial" panose="020B0604020202020204" pitchFamily="34" charset="0"/>
                <a:ea typeface="+mn-ea"/>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lt1"/>
                </a:solidFill>
                <a:latin typeface="Arial" panose="020B0604020202020204" pitchFamily="34" charset="0"/>
                <a:ea typeface="+mn-ea"/>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lt1"/>
                </a:solidFill>
                <a:latin typeface="Arial" panose="020B0604020202020204" pitchFamily="34" charset="0"/>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3200" b="0" i="0" u="none" strike="noStrike" kern="1200" cap="none" spc="0" normalizeH="0" baseline="0" noProof="0" dirty="0">
                <a:ln>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a:solidFill>
                  <a:schemeClr val="lt1"/>
                </a:solidFill>
                <a:effectLst/>
                <a:uLnTx/>
                <a:uFillTx/>
                <a:latin typeface="+mn-lt"/>
                <a:ea typeface="+mn-ea"/>
                <a:cs typeface="+mn-cs"/>
              </a:rPr>
              <a:t>			</a:t>
            </a:r>
            <a:endParaRPr kumimoji="0" lang="en-US" sz="3200" b="0" i="0" u="none" strike="noStrike" kern="1200" cap="none" spc="0" normalizeH="0" baseline="0" noProof="0" dirty="0">
              <a:ln>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a:solidFill>
                <a:schemeClr val="lt1"/>
              </a:solidFill>
              <a:effectLst/>
              <a:uLnTx/>
              <a:uFillTx/>
              <a:latin typeface="+mn-lt"/>
              <a:ea typeface="+mn-ea"/>
              <a:cs typeface="+mn-cs"/>
            </a:endParaRPr>
          </a:p>
        </p:txBody>
      </p:sp>
      <p:sp>
        <p:nvSpPr>
          <p:cNvPr id="15" name="Donut 14"/>
          <p:cNvSpPr/>
          <p:nvPr/>
        </p:nvSpPr>
        <p:spPr>
          <a:xfrm>
            <a:off x="1524000" y="1981200"/>
            <a:ext cx="5943600" cy="3581400"/>
          </a:xfrm>
          <a:prstGeom prst="don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solidFill>
                  <a:schemeClr val="tx1"/>
                </a:solidFill>
              </a:rPr>
              <a:t>SOUL</a:t>
            </a:r>
            <a:endParaRPr lang="en-US" dirty="0">
              <a:solidFill>
                <a:schemeClr val="tx1"/>
              </a:solidFill>
            </a:endParaRPr>
          </a:p>
        </p:txBody>
      </p:sp>
      <p:sp>
        <p:nvSpPr>
          <p:cNvPr id="16" name="Oval 15"/>
          <p:cNvSpPr/>
          <p:nvPr/>
        </p:nvSpPr>
        <p:spPr>
          <a:xfrm>
            <a:off x="2933700" y="2971800"/>
            <a:ext cx="2895600" cy="1524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smtClean="0">
                <a:solidFill>
                  <a:schemeClr val="tx1"/>
                </a:solidFill>
              </a:rPr>
              <a:t>SPIRIT</a:t>
            </a:r>
            <a:endParaRPr lang="en-US" sz="2400" b="1" dirty="0" smtClean="0">
              <a:solidFill>
                <a:schemeClr val="tx1"/>
              </a:solidFill>
            </a:endParaRPr>
          </a:p>
        </p:txBody>
      </p:sp>
      <p:sp>
        <p:nvSpPr>
          <p:cNvPr id="18" name="TextBox 17"/>
          <p:cNvSpPr txBox="1"/>
          <p:nvPr/>
        </p:nvSpPr>
        <p:spPr>
          <a:xfrm rot="10800000" flipV="1">
            <a:off x="3657600" y="2093268"/>
            <a:ext cx="1676400" cy="461665"/>
          </a:xfrm>
          <a:prstGeom prst="rect">
            <a:avLst/>
          </a:prstGeom>
          <a:noFill/>
        </p:spPr>
        <p:txBody>
          <a:bodyPr wrap="square" rtlCol="0">
            <a:spAutoFit/>
          </a:bodyPr>
          <a:lstStyle/>
          <a:p>
            <a:r>
              <a:rPr lang="en-US" sz="2400" dirty="0" smtClean="0"/>
              <a:t>SOUL</a:t>
            </a:r>
            <a:endParaRPr lang="en-US" sz="2400" dirty="0"/>
          </a:p>
        </p:txBody>
      </p:sp>
      <p:sp>
        <p:nvSpPr>
          <p:cNvPr id="19" name="TextBox 18"/>
          <p:cNvSpPr txBox="1"/>
          <p:nvPr/>
        </p:nvSpPr>
        <p:spPr>
          <a:xfrm>
            <a:off x="3657600" y="1447800"/>
            <a:ext cx="2133600" cy="461665"/>
          </a:xfrm>
          <a:prstGeom prst="rect">
            <a:avLst/>
          </a:prstGeom>
          <a:noFill/>
        </p:spPr>
        <p:txBody>
          <a:bodyPr wrap="square" rtlCol="0">
            <a:spAutoFit/>
          </a:bodyPr>
          <a:lstStyle/>
          <a:p>
            <a:r>
              <a:rPr lang="en-US" sz="2400" dirty="0" smtClean="0">
                <a:solidFill>
                  <a:schemeClr val="bg2"/>
                </a:solidFill>
              </a:rPr>
              <a:t>BODY</a:t>
            </a:r>
            <a:endParaRPr lang="en-US" sz="2400" dirty="0">
              <a:solidFill>
                <a:schemeClr val="bg2"/>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1026" name="Picture 2"/>
          <p:cNvPicPr>
            <a:picLocks noGrp="1" noChangeAspect="1" noChangeArrowheads="1"/>
          </p:cNvPicPr>
          <p:nvPr>
            <p:ph sz="quarter" idx="1"/>
          </p:nvPr>
        </p:nvPicPr>
        <p:blipFill>
          <a:blip r:embed="rId1"/>
          <a:srcRect/>
          <a:stretch>
            <a:fillRect/>
          </a:stretch>
        </p:blipFill>
        <p:spPr bwMode="auto">
          <a:xfrm>
            <a:off x="228738" y="381000"/>
            <a:ext cx="8127998" cy="6095999"/>
          </a:xfrm>
          <a:prstGeom prst="rect">
            <a:avLst/>
          </a:prstGeom>
          <a:noFill/>
          <a:ln w="9525">
            <a:noFill/>
            <a:miter lim="800000"/>
            <a:headEnd/>
            <a:tailEnd/>
          </a:ln>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715962"/>
          </a:xfrm>
        </p:spPr>
        <p:txBody>
          <a:bodyPr/>
          <a:lstStyle/>
          <a:p>
            <a:pPr algn="ctr"/>
            <a:r>
              <a:rPr lang="en-US" b="1" dirty="0" smtClean="0"/>
              <a:t>The Inner man </a:t>
            </a:r>
            <a:endParaRPr lang="en-US" b="1" dirty="0"/>
          </a:p>
        </p:txBody>
      </p:sp>
      <p:sp>
        <p:nvSpPr>
          <p:cNvPr id="3" name="Content Placeholder 2"/>
          <p:cNvSpPr>
            <a:spLocks noGrp="1"/>
          </p:cNvSpPr>
          <p:nvPr>
            <p:ph sz="quarter" idx="1"/>
          </p:nvPr>
        </p:nvSpPr>
        <p:spPr>
          <a:xfrm>
            <a:off x="457200" y="1066800"/>
            <a:ext cx="7467600" cy="5407152"/>
          </a:xfrm>
        </p:spPr>
        <p:txBody>
          <a:bodyPr>
            <a:normAutofit/>
          </a:bodyPr>
          <a:lstStyle/>
          <a:p>
            <a:r>
              <a:rPr lang="en-US" dirty="0" smtClean="0"/>
              <a:t>‘May your whole spirit, soul and body </a:t>
            </a:r>
            <a:r>
              <a:rPr lang="en-US" dirty="0" smtClean="0"/>
              <a:t>b</a:t>
            </a:r>
            <a:r>
              <a:rPr lang="en-US" dirty="0" smtClean="0"/>
              <a:t>e kept blameless at the coming of our </a:t>
            </a:r>
            <a:r>
              <a:rPr lang="en-US" dirty="0" smtClean="0"/>
              <a:t>L</a:t>
            </a:r>
            <a:r>
              <a:rPr lang="en-US" dirty="0" smtClean="0"/>
              <a:t>ord </a:t>
            </a:r>
            <a:r>
              <a:rPr lang="en-US" dirty="0" smtClean="0"/>
              <a:t>J</a:t>
            </a:r>
            <a:r>
              <a:rPr lang="en-US" dirty="0" smtClean="0"/>
              <a:t>esus </a:t>
            </a:r>
            <a:r>
              <a:rPr lang="en-US" dirty="0" smtClean="0"/>
              <a:t>C</a:t>
            </a:r>
            <a:r>
              <a:rPr lang="en-US" dirty="0" smtClean="0"/>
              <a:t>hrist.’ 1Thess 5:23b</a:t>
            </a:r>
            <a:endParaRPr lang="en-US" dirty="0" smtClean="0"/>
          </a:p>
          <a:p>
            <a:endParaRPr lang="en-US" dirty="0" smtClean="0"/>
          </a:p>
          <a:p>
            <a:r>
              <a:rPr lang="en-US" dirty="0" smtClean="0"/>
              <a:t>Genesis 2:7</a:t>
            </a:r>
            <a:endParaRPr lang="en-US" dirty="0" smtClean="0"/>
          </a:p>
          <a:p>
            <a:endParaRPr lang="en-US" dirty="0" smtClean="0"/>
          </a:p>
          <a:p>
            <a:r>
              <a:rPr lang="en-US" dirty="0" smtClean="0"/>
              <a:t>2 Tim2:20,21: ‘Vessels sanctified and meet for the Master’s use, and prepared unto every good work’.</a:t>
            </a:r>
            <a:endParaRPr lang="en-US" dirty="0" smtClean="0"/>
          </a:p>
          <a:p>
            <a:endParaRPr lang="en-US" dirty="0" smtClean="0"/>
          </a:p>
          <a:p>
            <a:r>
              <a:rPr lang="en-US" dirty="0" smtClean="0"/>
              <a:t>Gal 3:28  : There is neither Jew nor Greek, slave nor free, </a:t>
            </a:r>
            <a:r>
              <a:rPr lang="en-US" b="1" dirty="0" smtClean="0"/>
              <a:t>male nor female, for you are all one in Christ Jesus.’</a:t>
            </a:r>
            <a:endParaRPr lang="en-US" b="1" dirty="0" smtClean="0"/>
          </a:p>
          <a:p>
            <a:endParaRPr lang="en-US" dirty="0" smtClean="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The Inner Man .....                       </a:t>
            </a:r>
            <a:r>
              <a:rPr lang="en-US" sz="2000"/>
              <a:t>cont’d...</a:t>
            </a:r>
            <a:endParaRPr lang="en-US" sz="2000"/>
          </a:p>
        </p:txBody>
      </p:sp>
      <p:sp>
        <p:nvSpPr>
          <p:cNvPr id="3" name="Content Placeholder 2"/>
          <p:cNvSpPr>
            <a:spLocks noGrp="1"/>
          </p:cNvSpPr>
          <p:nvPr>
            <p:ph sz="quarter" idx="1"/>
          </p:nvPr>
        </p:nvSpPr>
        <p:spPr>
          <a:xfrm>
            <a:off x="457200" y="1389380"/>
            <a:ext cx="7467600" cy="5084445"/>
          </a:xfrm>
        </p:spPr>
        <p:txBody>
          <a:bodyPr>
            <a:normAutofit fontScale="92500" lnSpcReduction="20000"/>
          </a:bodyPr>
          <a:lstStyle/>
          <a:p>
            <a:pPr lvl="0">
              <a:spcBef>
                <a:spcPts val="580"/>
              </a:spcBef>
              <a:buSzPct val="85000"/>
              <a:buFont typeface="Wingdings 2" panose="05020102010507070707"/>
              <a:buChar char=""/>
              <a:defRPr/>
            </a:pPr>
            <a:r>
              <a:rPr lang="en-US" sz="2600" dirty="0" smtClean="0"/>
              <a:t>When </a:t>
            </a:r>
            <a:r>
              <a:rPr lang="en-US" sz="2600" dirty="0" smtClean="0"/>
              <a:t>God’s Spirit entered </a:t>
            </a:r>
            <a:r>
              <a:rPr lang="en-US" sz="2600" b="1" dirty="0" smtClean="0"/>
              <a:t>the human body, </a:t>
            </a:r>
            <a:endParaRPr lang="en-US" sz="2600" b="1" dirty="0" smtClean="0"/>
          </a:p>
          <a:p>
            <a:pPr lvl="0">
              <a:spcBef>
                <a:spcPts val="580"/>
              </a:spcBef>
              <a:buSzPct val="85000"/>
              <a:buNone/>
              <a:defRPr/>
            </a:pPr>
            <a:r>
              <a:rPr lang="en-US" sz="2600" dirty="0" smtClean="0"/>
              <a:t>	the </a:t>
            </a:r>
            <a:r>
              <a:rPr lang="en-US" sz="2800" b="1" dirty="0" smtClean="0"/>
              <a:t>human spirit </a:t>
            </a:r>
            <a:r>
              <a:rPr lang="en-US" sz="2600" dirty="0" smtClean="0"/>
              <a:t>was created within man.</a:t>
            </a:r>
            <a:endParaRPr lang="en-US" sz="2600" dirty="0" smtClean="0"/>
          </a:p>
          <a:p>
            <a:pPr lvl="0">
              <a:spcBef>
                <a:spcPts val="580"/>
              </a:spcBef>
              <a:buSzPct val="85000"/>
              <a:buFont typeface="Wingdings 2" panose="05020102010507070707"/>
              <a:buChar char=""/>
              <a:defRPr/>
            </a:pPr>
            <a:r>
              <a:rPr lang="en-US" sz="2600" dirty="0" smtClean="0"/>
              <a:t>When the human spirit and the human body came together the </a:t>
            </a:r>
            <a:r>
              <a:rPr lang="en-US" sz="2800" b="1" dirty="0" smtClean="0"/>
              <a:t>human soul </a:t>
            </a:r>
            <a:r>
              <a:rPr lang="en-US" sz="2600" dirty="0" smtClean="0"/>
              <a:t>came into existence, as the 3</a:t>
            </a:r>
            <a:r>
              <a:rPr lang="en-US" sz="2600" baseline="30000" dirty="0" smtClean="0"/>
              <a:t>rd</a:t>
            </a:r>
            <a:r>
              <a:rPr lang="en-US" sz="2600" dirty="0" smtClean="0"/>
              <a:t> part of man.</a:t>
            </a:r>
            <a:endParaRPr lang="en-US" sz="2600" dirty="0" smtClean="0"/>
          </a:p>
          <a:p>
            <a:pPr lvl="0">
              <a:spcBef>
                <a:spcPts val="580"/>
              </a:spcBef>
              <a:buSzPct val="85000"/>
              <a:buFont typeface="Wingdings 2" panose="05020102010507070707"/>
              <a:buChar char=""/>
              <a:defRPr/>
            </a:pPr>
            <a:endParaRPr lang="en-US" sz="2600" dirty="0" smtClean="0"/>
          </a:p>
          <a:p>
            <a:pPr lvl="0">
              <a:spcBef>
                <a:spcPts val="580"/>
              </a:spcBef>
              <a:buSzPct val="85000"/>
              <a:buFont typeface="Wingdings 2" panose="05020102010507070707"/>
              <a:buChar char=""/>
              <a:defRPr/>
            </a:pPr>
            <a:r>
              <a:rPr lang="en-US" sz="2600" b="1" u="sng" dirty="0" smtClean="0"/>
              <a:t>The spirit </a:t>
            </a:r>
            <a:r>
              <a:rPr lang="en-US" sz="2600" dirty="0" smtClean="0"/>
              <a:t>:</a:t>
            </a:r>
            <a:endParaRPr lang="en-US" sz="2600" dirty="0" smtClean="0"/>
          </a:p>
          <a:p>
            <a:pPr marL="548640" lvl="1" indent="-228600">
              <a:spcBef>
                <a:spcPts val="370"/>
              </a:spcBef>
              <a:buClr>
                <a:schemeClr val="accent2"/>
              </a:buClr>
              <a:buSzPct val="85000"/>
              <a:defRPr/>
            </a:pPr>
            <a:r>
              <a:rPr lang="en-US" sz="2800" dirty="0" err="1" smtClean="0"/>
              <a:t>i</a:t>
            </a:r>
            <a:r>
              <a:rPr lang="en-US" sz="2800" dirty="0" smtClean="0"/>
              <a:t>	 The spirit communes with God</a:t>
            </a:r>
            <a:endParaRPr lang="en-US" sz="2800" dirty="0" smtClean="0"/>
          </a:p>
          <a:p>
            <a:pPr marL="548640" lvl="1" indent="-228600">
              <a:spcBef>
                <a:spcPts val="370"/>
              </a:spcBef>
              <a:buClr>
                <a:schemeClr val="accent2"/>
              </a:buClr>
              <a:buSzPct val="85000"/>
              <a:defRPr/>
            </a:pPr>
            <a:r>
              <a:rPr lang="en-US" sz="2800" dirty="0" smtClean="0"/>
              <a:t>ii/	 Conscious of Relationship with God</a:t>
            </a:r>
            <a:endParaRPr lang="en-US" sz="2800" dirty="0" smtClean="0"/>
          </a:p>
          <a:p>
            <a:pPr marL="548640" lvl="1" indent="-228600">
              <a:spcBef>
                <a:spcPts val="370"/>
              </a:spcBef>
              <a:buClr>
                <a:schemeClr val="accent2"/>
              </a:buClr>
              <a:buSzPct val="85000"/>
              <a:defRPr/>
            </a:pPr>
            <a:r>
              <a:rPr lang="en-US" sz="2800" dirty="0" smtClean="0"/>
              <a:t>iii/Occupies the innermost being (the Heart)</a:t>
            </a:r>
            <a:endParaRPr lang="en-US" sz="2800" dirty="0" smtClean="0"/>
          </a:p>
          <a:p>
            <a:pPr marL="548640" lvl="1" indent="-228600">
              <a:spcBef>
                <a:spcPts val="370"/>
              </a:spcBef>
              <a:buClr>
                <a:schemeClr val="accent2"/>
              </a:buClr>
              <a:buSzPct val="85000"/>
              <a:defRPr/>
            </a:pPr>
            <a:r>
              <a:rPr lang="en-US" sz="2800" dirty="0" smtClean="0"/>
              <a:t>iv/ With the help of the Holy Spirit, he receives life &amp;  power of  God and, expresses it to others.</a:t>
            </a:r>
            <a:endParaRPr lang="en-US" sz="2800" dirty="0" smtClean="0"/>
          </a:p>
          <a:p>
            <a:pPr lvl="0">
              <a:spcBef>
                <a:spcPts val="580"/>
              </a:spcBef>
              <a:buSzPct val="85000"/>
              <a:buFont typeface="Wingdings 2" panose="05020102010507070707"/>
              <a:buChar char=""/>
              <a:defRPr/>
            </a:pPr>
            <a:endParaRPr lang="en-US" sz="2600" dirty="0" smtClean="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61595"/>
            <a:ext cx="7381875" cy="864870"/>
          </a:xfrm>
        </p:spPr>
        <p:txBody>
          <a:bodyPr>
            <a:normAutofit fontScale="90000"/>
          </a:bodyPr>
          <a:p>
            <a:br>
              <a:rPr lang="en-US" sz="3200" b="1">
                <a:sym typeface="+mn-ea"/>
              </a:rPr>
            </a:br>
            <a:r>
              <a:rPr lang="en-US" sz="3200" b="1">
                <a:sym typeface="+mn-ea"/>
              </a:rPr>
              <a:t>THE INNER MAN .....	   </a:t>
            </a:r>
            <a:r>
              <a:rPr lang="en-US" sz="2000">
                <a:sym typeface="+mn-ea"/>
              </a:rPr>
              <a:t>	        cont’d...</a:t>
            </a:r>
            <a:endParaRPr lang="en-US" sz="2000"/>
          </a:p>
        </p:txBody>
      </p:sp>
      <p:sp>
        <p:nvSpPr>
          <p:cNvPr id="3" name="Content Placeholder 2"/>
          <p:cNvSpPr>
            <a:spLocks noGrp="1"/>
          </p:cNvSpPr>
          <p:nvPr>
            <p:ph sz="quarter" idx="1"/>
          </p:nvPr>
        </p:nvSpPr>
        <p:spPr>
          <a:xfrm>
            <a:off x="457200" y="1087120"/>
            <a:ext cx="7467600" cy="5386705"/>
          </a:xfrm>
        </p:spPr>
        <p:txBody>
          <a:bodyPr>
            <a:normAutofit lnSpcReduction="20000"/>
          </a:bodyPr>
          <a:p>
            <a:pPr lvl="0">
              <a:spcBef>
                <a:spcPts val="580"/>
              </a:spcBef>
              <a:buSzPct val="85000"/>
              <a:buFont typeface="Wingdings" panose="05000000000000000000" pitchFamily="2" charset="2"/>
              <a:buChar char="v"/>
              <a:defRPr/>
            </a:pPr>
            <a:r>
              <a:rPr lang="en-US" sz="2400" b="1" dirty="0" smtClean="0">
                <a:sym typeface="+mn-ea"/>
              </a:rPr>
              <a:t>The Soul </a:t>
            </a:r>
            <a:endParaRPr lang="en-US" sz="2400" b="1" dirty="0" smtClean="0"/>
          </a:p>
          <a:p>
            <a:pPr marL="548640" lvl="1" indent="-228600">
              <a:spcBef>
                <a:spcPts val="370"/>
              </a:spcBef>
              <a:buClr>
                <a:schemeClr val="accent2"/>
              </a:buClr>
              <a:buSzPct val="85000"/>
              <a:defRPr/>
            </a:pPr>
            <a:r>
              <a:rPr lang="en-US" sz="2400" dirty="0" smtClean="0">
                <a:sym typeface="+mn-ea"/>
              </a:rPr>
              <a:t>The Intellect, the mind  –       Thinking</a:t>
            </a:r>
            <a:endParaRPr lang="en-US" sz="2400" dirty="0" smtClean="0"/>
          </a:p>
          <a:p>
            <a:pPr marL="548640" lvl="1" indent="-228600">
              <a:spcBef>
                <a:spcPts val="370"/>
              </a:spcBef>
              <a:buClr>
                <a:schemeClr val="accent2"/>
              </a:buClr>
              <a:buSzPct val="85000"/>
              <a:defRPr/>
            </a:pPr>
            <a:r>
              <a:rPr lang="en-US" sz="2400" dirty="0" smtClean="0">
                <a:sym typeface="+mn-ea"/>
              </a:rPr>
              <a:t>Emotions 		--          Feeling</a:t>
            </a:r>
            <a:endParaRPr lang="en-US" sz="2400" dirty="0" smtClean="0"/>
          </a:p>
          <a:p>
            <a:pPr marL="548640" lvl="1" indent="-228600">
              <a:spcBef>
                <a:spcPts val="370"/>
              </a:spcBef>
              <a:buClr>
                <a:schemeClr val="accent2"/>
              </a:buClr>
              <a:buSzPct val="85000"/>
              <a:defRPr/>
            </a:pPr>
            <a:r>
              <a:rPr lang="en-US" sz="2400" dirty="0" smtClean="0">
                <a:sym typeface="+mn-ea"/>
              </a:rPr>
              <a:t>Will			--          Deciding</a:t>
            </a:r>
            <a:endParaRPr lang="en-US" sz="2400" dirty="0" smtClean="0"/>
          </a:p>
          <a:p>
            <a:pPr marL="548640" lvl="1" indent="-228600">
              <a:spcBef>
                <a:spcPts val="370"/>
              </a:spcBef>
              <a:buClr>
                <a:schemeClr val="accent2"/>
              </a:buClr>
              <a:buSzPct val="85000"/>
              <a:buFont typeface="Arial" panose="020B0604020202020204" pitchFamily="34" charset="0"/>
              <a:buChar char="•"/>
              <a:defRPr/>
            </a:pPr>
            <a:r>
              <a:rPr lang="en-US" sz="2400" dirty="0" smtClean="0">
                <a:sym typeface="+mn-ea"/>
              </a:rPr>
              <a:t>Our thoughts (mind) affect our emotions and,</a:t>
            </a:r>
            <a:endParaRPr lang="en-US" sz="2400" dirty="0" smtClean="0"/>
          </a:p>
          <a:p>
            <a:pPr marL="548640" lvl="1" indent="-228600">
              <a:spcBef>
                <a:spcPts val="370"/>
              </a:spcBef>
              <a:buClr>
                <a:schemeClr val="accent2"/>
              </a:buClr>
              <a:buSzPct val="85000"/>
              <a:buNone/>
              <a:defRPr/>
            </a:pPr>
            <a:r>
              <a:rPr lang="en-US" sz="2400" dirty="0" smtClean="0">
                <a:sym typeface="+mn-ea"/>
              </a:rPr>
              <a:t>  education. knowledge, experiences, our</a:t>
            </a:r>
            <a:endParaRPr lang="en-US" sz="2400" dirty="0" smtClean="0">
              <a:sym typeface="+mn-ea"/>
            </a:endParaRPr>
          </a:p>
          <a:p>
            <a:pPr marL="548640" lvl="1" indent="-228600">
              <a:spcBef>
                <a:spcPts val="370"/>
              </a:spcBef>
              <a:buClr>
                <a:schemeClr val="accent2"/>
              </a:buClr>
              <a:buSzPct val="85000"/>
              <a:buNone/>
              <a:defRPr/>
            </a:pPr>
            <a:r>
              <a:rPr lang="en-US" sz="2400" dirty="0" smtClean="0">
                <a:sym typeface="+mn-ea"/>
              </a:rPr>
              <a:t>  emotions affect our decisions and, decisions</a:t>
            </a:r>
            <a:endParaRPr lang="en-US" sz="2400" dirty="0" smtClean="0">
              <a:sym typeface="+mn-ea"/>
            </a:endParaRPr>
          </a:p>
          <a:p>
            <a:pPr marL="548640" lvl="1" indent="-228600">
              <a:spcBef>
                <a:spcPts val="370"/>
              </a:spcBef>
              <a:buClr>
                <a:schemeClr val="accent2"/>
              </a:buClr>
              <a:buSzPct val="85000"/>
              <a:buNone/>
              <a:defRPr/>
            </a:pPr>
            <a:r>
              <a:rPr lang="en-US" sz="2400" dirty="0" smtClean="0">
                <a:sym typeface="+mn-ea"/>
              </a:rPr>
              <a:t>  affect our body.</a:t>
            </a:r>
            <a:endParaRPr lang="en-US" sz="2400" dirty="0" smtClean="0">
              <a:sym typeface="+mn-ea"/>
            </a:endParaRPr>
          </a:p>
          <a:p>
            <a:pPr marL="548640" lvl="1" indent="-228600">
              <a:spcBef>
                <a:spcPts val="370"/>
              </a:spcBef>
              <a:buClr>
                <a:schemeClr val="accent2"/>
              </a:buClr>
              <a:buSzPct val="85000"/>
              <a:buNone/>
              <a:defRPr/>
            </a:pPr>
            <a:endParaRPr lang="en-US" sz="2400" dirty="0" smtClean="0">
              <a:sym typeface="+mn-ea"/>
            </a:endParaRPr>
          </a:p>
          <a:p>
            <a:pPr marL="548640" lvl="1" indent="-228600">
              <a:spcBef>
                <a:spcPts val="370"/>
              </a:spcBef>
              <a:buClr>
                <a:schemeClr val="accent2"/>
              </a:buClr>
              <a:buSzPct val="85000"/>
              <a:buNone/>
              <a:defRPr/>
            </a:pPr>
            <a:r>
              <a:rPr lang="en-US" sz="2400" b="1" u="sng" dirty="0" smtClean="0">
                <a:sym typeface="+mn-ea"/>
              </a:rPr>
              <a:t>Soul</a:t>
            </a:r>
            <a:r>
              <a:rPr lang="en-US" sz="2400" b="1" dirty="0" smtClean="0">
                <a:sym typeface="+mn-ea"/>
              </a:rPr>
              <a:t> : </a:t>
            </a:r>
            <a:r>
              <a:rPr lang="en-US" sz="2400" dirty="0" smtClean="0">
                <a:sym typeface="+mn-ea"/>
              </a:rPr>
              <a:t>The intellectual, the education, the </a:t>
            </a:r>
            <a:endParaRPr lang="en-US" sz="2400" dirty="0" smtClean="0">
              <a:sym typeface="+mn-ea"/>
            </a:endParaRPr>
          </a:p>
          <a:p>
            <a:pPr marL="548640" lvl="1" indent="-228600">
              <a:spcBef>
                <a:spcPts val="370"/>
              </a:spcBef>
              <a:buClr>
                <a:schemeClr val="accent2"/>
              </a:buClr>
              <a:buSzPct val="85000"/>
              <a:buNone/>
              <a:defRPr/>
            </a:pPr>
            <a:r>
              <a:rPr lang="en-US" sz="2400" dirty="0" smtClean="0">
                <a:sym typeface="+mn-ea"/>
              </a:rPr>
              <a:t>knowledge, our likes, dislikes, emotions, </a:t>
            </a:r>
            <a:endParaRPr lang="en-US" sz="2400" dirty="0" smtClean="0">
              <a:sym typeface="+mn-ea"/>
            </a:endParaRPr>
          </a:p>
          <a:p>
            <a:pPr marL="548640" lvl="1" indent="-228600">
              <a:spcBef>
                <a:spcPts val="370"/>
              </a:spcBef>
              <a:buClr>
                <a:schemeClr val="accent2"/>
              </a:buClr>
              <a:buSzPct val="85000"/>
              <a:buNone/>
              <a:defRPr/>
            </a:pPr>
            <a:r>
              <a:rPr lang="en-US" sz="2400" dirty="0" smtClean="0">
                <a:sym typeface="+mn-ea"/>
              </a:rPr>
              <a:t>enjoyment,  tastes, knowledge, education, etc.</a:t>
            </a:r>
            <a:endParaRPr lang="en-US" sz="2400" dirty="0" smtClean="0"/>
          </a:p>
          <a:p>
            <a:pPr marL="548640" lvl="1" indent="-228600">
              <a:spcBef>
                <a:spcPts val="370"/>
              </a:spcBef>
              <a:buClr>
                <a:schemeClr val="accent2"/>
              </a:buClr>
              <a:buSzPct val="85000"/>
              <a:buNone/>
              <a:defRPr/>
            </a:pPr>
            <a:endParaRPr lang="en-US" sz="2400" dirty="0"/>
          </a:p>
          <a:p>
            <a:pPr marL="548640" lvl="1" indent="-228600">
              <a:spcBef>
                <a:spcPts val="370"/>
              </a:spcBef>
              <a:buClr>
                <a:schemeClr val="accent2"/>
              </a:buClr>
              <a:buSzPct val="85000"/>
              <a:buNone/>
              <a:defRPr/>
            </a:pP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THE INNER MAN ........                  </a:t>
            </a:r>
            <a:r>
              <a:rPr lang="en-US" sz="2000"/>
              <a:t>Cont’d...</a:t>
            </a:r>
            <a:endParaRPr lang="en-US" sz="2000"/>
          </a:p>
        </p:txBody>
      </p:sp>
      <p:sp>
        <p:nvSpPr>
          <p:cNvPr id="3" name="Content Placeholder 2"/>
          <p:cNvSpPr>
            <a:spLocks noGrp="1"/>
          </p:cNvSpPr>
          <p:nvPr>
            <p:ph sz="quarter" idx="1"/>
          </p:nvPr>
        </p:nvSpPr>
        <p:spPr>
          <a:xfrm>
            <a:off x="457200" y="1403985"/>
            <a:ext cx="7467600" cy="5069840"/>
          </a:xfrm>
        </p:spPr>
        <p:txBody>
          <a:bodyPr>
            <a:normAutofit/>
          </a:bodyPr>
          <a:lstStyle/>
          <a:p>
            <a:pPr marL="3063240" lvl="7" indent="457200">
              <a:spcBef>
                <a:spcPts val="370"/>
              </a:spcBef>
              <a:buClr>
                <a:schemeClr val="accent2"/>
              </a:buClr>
              <a:buSzPct val="85000"/>
              <a:buFont typeface="Wingdings" panose="05000000000000000000" pitchFamily="2" charset="2"/>
              <a:buNone/>
              <a:defRPr/>
            </a:pPr>
            <a:r>
              <a:rPr lang="en-US" sz="2400" dirty="0" smtClean="0"/>
              <a:t>BODY </a:t>
            </a:r>
            <a:endParaRPr lang="en-US" sz="2400" dirty="0" smtClean="0"/>
          </a:p>
          <a:p>
            <a:r>
              <a:rPr lang="en-US" sz="2400" dirty="0" smtClean="0"/>
              <a:t>The Material World through this body - exist meaningfully in this world, he/she lives.</a:t>
            </a:r>
            <a:endParaRPr lang="en-US" sz="2400" dirty="0" smtClean="0"/>
          </a:p>
          <a:p>
            <a:endParaRPr lang="en-US" sz="2400" dirty="0" smtClean="0"/>
          </a:p>
          <a:p>
            <a:r>
              <a:rPr lang="en-US" b="1" u="sng" dirty="0" smtClean="0"/>
              <a:t>Body</a:t>
            </a:r>
            <a:r>
              <a:rPr lang="en-US" b="1" dirty="0" smtClean="0"/>
              <a:t> :</a:t>
            </a:r>
            <a:r>
              <a:rPr lang="en-US" dirty="0" smtClean="0"/>
              <a:t>  Usually  </a:t>
            </a:r>
            <a:r>
              <a:rPr lang="en-US" dirty="0" smtClean="0"/>
              <a:t>women take care of the physical side in </a:t>
            </a:r>
            <a:r>
              <a:rPr lang="en-US" dirty="0" smtClean="0"/>
              <a:t>the family --  Food,, clothing, cleanliness, hygiene, the running of the household etc. </a:t>
            </a:r>
            <a:endParaRPr lang="en-US" dirty="0" smtClean="0"/>
          </a:p>
          <a:p>
            <a:r>
              <a:rPr lang="en-US" dirty="0" smtClean="0"/>
              <a:t>Adornment ; body is ‘a temple of God’;</a:t>
            </a:r>
            <a:endParaRPr lang="en-US" dirty="0" smtClean="0"/>
          </a:p>
          <a:p>
            <a:pPr marL="548640" lvl="1" indent="-228600">
              <a:spcBef>
                <a:spcPts val="370"/>
              </a:spcBef>
              <a:buClr>
                <a:schemeClr val="accent2"/>
              </a:buClr>
              <a:buSzPct val="85000"/>
              <a:buNone/>
              <a:defRPr/>
            </a:pPr>
            <a:endParaRPr lang="en-US" sz="2400" dirty="0" smtClean="0"/>
          </a:p>
          <a:p>
            <a:r>
              <a:rPr lang="en-US" dirty="0" smtClean="0"/>
              <a:t>Is that the </a:t>
            </a:r>
            <a:r>
              <a:rPr lang="en-US" b="1" dirty="0" smtClean="0"/>
              <a:t>only purpose </a:t>
            </a:r>
            <a:r>
              <a:rPr lang="en-US" dirty="0" smtClean="0"/>
              <a:t>of a woman, especially a Believer in </a:t>
            </a:r>
            <a:r>
              <a:rPr lang="en-US" dirty="0" smtClean="0"/>
              <a:t>C</a:t>
            </a:r>
            <a:r>
              <a:rPr lang="en-US" dirty="0" smtClean="0"/>
              <a:t>hrist ?</a:t>
            </a:r>
            <a:endParaRPr lang="en-US" dirty="0" smtClean="0"/>
          </a:p>
          <a:p>
            <a:endParaRPr lang="en-US" dirty="0" smtClean="0"/>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274955"/>
            <a:ext cx="7467600" cy="666115"/>
          </a:xfrm>
        </p:spPr>
        <p:txBody>
          <a:bodyPr/>
          <a:p>
            <a:r>
              <a:rPr lang="en-US" b="1" dirty="0" smtClean="0">
                <a:sym typeface="+mn-ea"/>
              </a:rPr>
              <a:t>Strengthening the Inner Man</a:t>
            </a:r>
            <a:endParaRPr lang="en-US" b="1"/>
          </a:p>
        </p:txBody>
      </p:sp>
      <p:sp>
        <p:nvSpPr>
          <p:cNvPr id="3" name="Content Placeholder 2"/>
          <p:cNvSpPr>
            <a:spLocks noGrp="1"/>
          </p:cNvSpPr>
          <p:nvPr>
            <p:ph sz="quarter" idx="1"/>
          </p:nvPr>
        </p:nvSpPr>
        <p:spPr>
          <a:xfrm>
            <a:off x="457200" y="850900"/>
            <a:ext cx="7467600" cy="6040120"/>
          </a:xfrm>
        </p:spPr>
        <p:txBody>
          <a:bodyPr>
            <a:noAutofit/>
          </a:bodyPr>
          <a:p>
            <a:pPr lvl="0">
              <a:spcBef>
                <a:spcPts val="580"/>
              </a:spcBef>
              <a:buSzPct val="85000"/>
              <a:buFont typeface="Wingdings 2" panose="05020102010507070707"/>
              <a:buChar char=""/>
              <a:defRPr/>
            </a:pPr>
            <a:r>
              <a:rPr lang="en-US" dirty="0" smtClean="0">
                <a:sym typeface="+mn-ea"/>
              </a:rPr>
              <a:t>Relationship with God</a:t>
            </a:r>
            <a:endParaRPr lang="en-US" dirty="0" smtClean="0"/>
          </a:p>
          <a:p>
            <a:pPr lvl="0">
              <a:spcBef>
                <a:spcPts val="580"/>
              </a:spcBef>
              <a:buSzPct val="85000"/>
              <a:buFont typeface="Wingdings 2" panose="05020102010507070707"/>
              <a:buChar char=""/>
              <a:defRPr/>
            </a:pPr>
            <a:r>
              <a:rPr lang="en-US" dirty="0" smtClean="0">
                <a:sym typeface="+mn-ea"/>
              </a:rPr>
              <a:t>Talking with God : Prayer, Prayer and Prayer.</a:t>
            </a:r>
            <a:endParaRPr lang="en-US" dirty="0" smtClean="0"/>
          </a:p>
          <a:p>
            <a:pPr lvl="0">
              <a:spcBef>
                <a:spcPts val="580"/>
              </a:spcBef>
              <a:buSzPct val="85000"/>
              <a:buFont typeface="Wingdings 2" panose="05020102010507070707"/>
              <a:buChar char=""/>
              <a:defRPr/>
            </a:pPr>
            <a:r>
              <a:rPr lang="en-US" dirty="0" smtClean="0">
                <a:sym typeface="+mn-ea"/>
              </a:rPr>
              <a:t>Bible reading , bible study </a:t>
            </a:r>
            <a:endParaRPr lang="en-US" dirty="0" smtClean="0"/>
          </a:p>
          <a:p>
            <a:pPr lvl="0">
              <a:spcBef>
                <a:spcPts val="580"/>
              </a:spcBef>
              <a:buSzPct val="85000"/>
              <a:buFont typeface="Wingdings 2" panose="05020102010507070707"/>
              <a:buChar char=""/>
              <a:defRPr/>
            </a:pPr>
            <a:r>
              <a:rPr lang="en-US" dirty="0" smtClean="0">
                <a:sym typeface="+mn-ea"/>
              </a:rPr>
              <a:t>Trying to look at life from God’s perspective </a:t>
            </a:r>
            <a:endParaRPr lang="en-US" dirty="0" smtClean="0"/>
          </a:p>
          <a:p>
            <a:pPr lvl="0">
              <a:spcBef>
                <a:spcPts val="580"/>
              </a:spcBef>
              <a:buSzPct val="85000"/>
              <a:buFont typeface="Wingdings 2" panose="05020102010507070707"/>
              <a:buChar char=""/>
              <a:defRPr/>
            </a:pPr>
            <a:r>
              <a:rPr lang="en-US" dirty="0" smtClean="0">
                <a:sym typeface="+mn-ea"/>
              </a:rPr>
              <a:t>Searching for themes in the bible for e.g. the ‘Scarlet Thread of Redemption’; </a:t>
            </a:r>
            <a:endParaRPr lang="en-US" dirty="0" smtClean="0"/>
          </a:p>
          <a:p>
            <a:pPr lvl="0">
              <a:spcBef>
                <a:spcPts val="580"/>
              </a:spcBef>
              <a:buSzPct val="85000"/>
              <a:buFont typeface="Wingdings 2" panose="05020102010507070707"/>
              <a:buChar char=""/>
              <a:defRPr/>
            </a:pPr>
            <a:r>
              <a:rPr lang="en-US" dirty="0" smtClean="0">
                <a:sym typeface="+mn-ea"/>
              </a:rPr>
              <a:t>Studying the scriptures; book by book …</a:t>
            </a:r>
            <a:endParaRPr lang="en-US" dirty="0" smtClean="0"/>
          </a:p>
          <a:p>
            <a:pPr lvl="0">
              <a:spcBef>
                <a:spcPts val="580"/>
              </a:spcBef>
              <a:buSzPct val="85000"/>
              <a:buFont typeface="Wingdings 2" panose="05020102010507070707"/>
              <a:buChar char=""/>
              <a:defRPr/>
            </a:pPr>
            <a:r>
              <a:rPr lang="en-US" dirty="0" smtClean="0">
                <a:sym typeface="+mn-ea"/>
              </a:rPr>
              <a:t>Studying the scriptures :  theme-wise and topic wise.</a:t>
            </a:r>
            <a:endParaRPr lang="en-US" dirty="0" smtClean="0"/>
          </a:p>
          <a:p>
            <a:pPr lvl="0">
              <a:spcBef>
                <a:spcPts val="580"/>
              </a:spcBef>
              <a:buSzPct val="85000"/>
              <a:buFont typeface="Wingdings 2" panose="05020102010507070707"/>
              <a:buChar char=""/>
              <a:defRPr/>
            </a:pPr>
            <a:r>
              <a:rPr lang="en-US" sz="2000" dirty="0" err="1" smtClean="0">
                <a:sym typeface="+mn-ea"/>
              </a:rPr>
              <a:t>Scoffield’s</a:t>
            </a:r>
            <a:r>
              <a:rPr lang="en-US" sz="2000" dirty="0" smtClean="0">
                <a:sym typeface="+mn-ea"/>
              </a:rPr>
              <a:t> Study bible;  </a:t>
            </a:r>
            <a:r>
              <a:rPr lang="en-US" sz="2000" dirty="0" err="1" smtClean="0">
                <a:sym typeface="+mn-ea"/>
              </a:rPr>
              <a:t>Dake’s</a:t>
            </a:r>
            <a:r>
              <a:rPr lang="en-US" sz="2000" dirty="0" smtClean="0">
                <a:sym typeface="+mn-ea"/>
              </a:rPr>
              <a:t> Study Bible; </a:t>
            </a:r>
            <a:r>
              <a:rPr lang="en-US" sz="2000" dirty="0" err="1" smtClean="0">
                <a:sym typeface="+mn-ea"/>
              </a:rPr>
              <a:t>Lindsell</a:t>
            </a:r>
            <a:r>
              <a:rPr lang="en-US" sz="2000" dirty="0" smtClean="0">
                <a:sym typeface="+mn-ea"/>
              </a:rPr>
              <a:t> Study Bible ;  The Amplified bible; Family Devotional Study bible; Open bible;  Global Bible Study;  NIV Study Bible; New Bible Commentary  etc.  </a:t>
            </a:r>
            <a:endParaRPr lang="en-US" sz="2000" dirty="0" smtClean="0"/>
          </a:p>
          <a:p>
            <a:pPr lvl="0">
              <a:spcBef>
                <a:spcPts val="580"/>
              </a:spcBef>
              <a:buSzPct val="85000"/>
              <a:buNone/>
              <a:defRPr/>
            </a:pPr>
            <a:endParaRPr lang="en-US" dirty="0" smtClean="0"/>
          </a:p>
          <a:p>
            <a:pPr lvl="2"/>
            <a:endParaRPr lang="en-US" dirty="0" smtClean="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sz="quarter" idx="1"/>
          </p:nvPr>
        </p:nvSpPr>
        <p:spPr/>
        <p:txBody>
          <a:bodyPr/>
          <a:p>
            <a:r>
              <a:rPr lang="en-US" dirty="0" smtClean="0">
                <a:solidFill>
                  <a:srgbClr val="FF0000"/>
                </a:solidFill>
                <a:sym typeface="+mn-ea"/>
              </a:rPr>
              <a:t>WOMEN’s EMPOWERMENT SEMINAR </a:t>
            </a:r>
            <a:br>
              <a:rPr lang="en-US" dirty="0" smtClean="0">
                <a:solidFill>
                  <a:srgbClr val="FF0000"/>
                </a:solidFill>
                <a:sym typeface="+mn-ea"/>
              </a:rPr>
            </a:br>
            <a:r>
              <a:rPr lang="en-US" dirty="0" smtClean="0">
                <a:solidFill>
                  <a:srgbClr val="FF0000"/>
                </a:solidFill>
                <a:sym typeface="+mn-ea"/>
              </a:rPr>
              <a:t>BANGALORE </a:t>
            </a:r>
            <a:br>
              <a:rPr lang="en-US" dirty="0" smtClean="0">
                <a:solidFill>
                  <a:srgbClr val="FF0000"/>
                </a:solidFill>
                <a:sym typeface="+mn-ea"/>
              </a:rPr>
            </a:br>
            <a:br>
              <a:rPr lang="en-US" dirty="0" smtClean="0">
                <a:solidFill>
                  <a:srgbClr val="FF0000"/>
                </a:solidFill>
                <a:sym typeface="+mn-ea"/>
              </a:rPr>
            </a:br>
            <a:r>
              <a:rPr lang="en-US" dirty="0" smtClean="0">
                <a:solidFill>
                  <a:srgbClr val="FF0000"/>
                </a:solidFill>
                <a:sym typeface="+mn-ea"/>
              </a:rPr>
              <a:t>WOMAN THE </a:t>
            </a:r>
            <a:r>
              <a:rPr lang="en-US" i="1" dirty="0" smtClean="0">
                <a:solidFill>
                  <a:srgbClr val="FF0000"/>
                </a:solidFill>
                <a:sym typeface="+mn-ea"/>
              </a:rPr>
              <a:t>INFLUENCER  </a:t>
            </a:r>
            <a:br>
              <a:rPr lang="en-US" i="1" dirty="0" smtClean="0">
                <a:solidFill>
                  <a:srgbClr val="FF0000"/>
                </a:solidFill>
                <a:sym typeface="+mn-ea"/>
              </a:rPr>
            </a:br>
            <a:r>
              <a:rPr lang="en-US" dirty="0" smtClean="0">
                <a:solidFill>
                  <a:srgbClr val="FF0000"/>
                </a:solidFill>
                <a:sym typeface="+mn-ea"/>
              </a:rPr>
              <a:t>Lecture IV </a:t>
            </a:r>
            <a:br>
              <a:rPr lang="en-US" dirty="0" smtClean="0">
                <a:sym typeface="+mn-ea"/>
              </a:rPr>
            </a:br>
            <a:endParaRPr lang="en-US"/>
          </a:p>
          <a:p>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639762"/>
          </a:xfrm>
        </p:spPr>
        <p:txBody>
          <a:bodyPr>
            <a:normAutofit/>
          </a:bodyPr>
          <a:lstStyle/>
          <a:p>
            <a:r>
              <a:rPr lang="en-US" sz="2400" b="1" dirty="0" smtClean="0"/>
              <a:t>FAMILY :</a:t>
            </a:r>
            <a:endParaRPr lang="en-US" sz="2400" b="1" dirty="0"/>
          </a:p>
        </p:txBody>
      </p:sp>
      <p:sp>
        <p:nvSpPr>
          <p:cNvPr id="3" name="Content Placeholder 2"/>
          <p:cNvSpPr>
            <a:spLocks noGrp="1"/>
          </p:cNvSpPr>
          <p:nvPr>
            <p:ph sz="quarter" idx="1"/>
          </p:nvPr>
        </p:nvSpPr>
        <p:spPr>
          <a:xfrm>
            <a:off x="457200" y="762000"/>
            <a:ext cx="7467600" cy="5711952"/>
          </a:xfrm>
        </p:spPr>
        <p:txBody>
          <a:bodyPr>
            <a:normAutofit lnSpcReduction="20000"/>
          </a:bodyPr>
          <a:lstStyle/>
          <a:p>
            <a:pPr lvl="6"/>
            <a:r>
              <a:rPr lang="en-US" sz="2000" b="1" dirty="0" smtClean="0"/>
              <a:t>GOD THE FATHER</a:t>
            </a:r>
            <a:endParaRPr lang="en-US" sz="2000" b="1" dirty="0" smtClean="0"/>
          </a:p>
          <a:p>
            <a:pPr lvl="6"/>
            <a:endParaRPr lang="en-US" sz="2000" b="1" dirty="0" smtClean="0"/>
          </a:p>
          <a:p>
            <a:pPr lvl="6"/>
            <a:endParaRPr lang="en-US" sz="2000" b="1" dirty="0" smtClean="0"/>
          </a:p>
          <a:p>
            <a:pPr lvl="6"/>
            <a:r>
              <a:rPr lang="en-US" sz="2000" b="1" dirty="0" smtClean="0"/>
              <a:t>JESUS SON OF GOD</a:t>
            </a:r>
            <a:endParaRPr lang="en-US" sz="2000" b="1" dirty="0" smtClean="0"/>
          </a:p>
          <a:p>
            <a:pPr lvl="6"/>
            <a:endParaRPr lang="en-US" sz="2000" b="1" dirty="0" smtClean="0"/>
          </a:p>
          <a:p>
            <a:pPr lvl="6"/>
            <a:endParaRPr lang="en-US" sz="2000" b="1" dirty="0" smtClean="0"/>
          </a:p>
          <a:p>
            <a:pPr lvl="6"/>
            <a:r>
              <a:rPr lang="en-US" sz="2000" b="1" dirty="0" smtClean="0"/>
              <a:t>HUSBAND</a:t>
            </a:r>
            <a:endParaRPr lang="en-US" sz="2000" b="1" dirty="0" smtClean="0"/>
          </a:p>
          <a:p>
            <a:pPr lvl="6"/>
            <a:endParaRPr lang="en-US" sz="2000" b="1" dirty="0" smtClean="0"/>
          </a:p>
          <a:p>
            <a:pPr lvl="6"/>
            <a:r>
              <a:rPr lang="en-US" sz="2000" b="1" dirty="0" smtClean="0"/>
              <a:t>WIFE</a:t>
            </a:r>
            <a:endParaRPr lang="en-US" sz="2000" b="1" dirty="0" smtClean="0"/>
          </a:p>
          <a:p>
            <a:pPr lvl="6"/>
            <a:endParaRPr lang="en-US" sz="2000" b="1" dirty="0" smtClean="0"/>
          </a:p>
          <a:p>
            <a:pPr lvl="6"/>
            <a:r>
              <a:rPr lang="en-US" sz="2000" b="1" dirty="0" smtClean="0"/>
              <a:t>CHILDREN </a:t>
            </a:r>
            <a:endParaRPr lang="en-US" sz="2000" b="1" dirty="0" smtClean="0"/>
          </a:p>
          <a:p>
            <a:pPr lvl="6"/>
            <a:r>
              <a:rPr lang="en-US" sz="2000" b="1" dirty="0" smtClean="0"/>
              <a:t>&amp; HOUSEHOLD</a:t>
            </a:r>
            <a:endParaRPr lang="en-US" sz="2000" b="1" dirty="0" smtClean="0"/>
          </a:p>
          <a:p>
            <a:pPr lvl="6"/>
            <a:endParaRPr lang="en-US" dirty="0" smtClean="0"/>
          </a:p>
          <a:p>
            <a:r>
              <a:rPr lang="en-US" sz="2000" dirty="0" smtClean="0"/>
              <a:t>1 </a:t>
            </a:r>
            <a:r>
              <a:rPr lang="en-US" sz="2000" dirty="0" err="1" smtClean="0"/>
              <a:t>Cor</a:t>
            </a:r>
            <a:r>
              <a:rPr lang="en-US" sz="2000" dirty="0" smtClean="0"/>
              <a:t> 11:3 I would </a:t>
            </a:r>
            <a:r>
              <a:rPr lang="en-US" sz="2000" dirty="0" smtClean="0"/>
              <a:t>have you know that the HEAD of every man is Christ, and the HEAD of the woman is the man; and the HEAD of Christ is God.” ( but not subservient to man )	</a:t>
            </a:r>
            <a:endParaRPr lang="en-US" sz="2000" dirty="0" smtClean="0"/>
          </a:p>
          <a:p>
            <a:r>
              <a:rPr lang="en-US" sz="2000" dirty="0" smtClean="0"/>
              <a:t>…..Woman from the rib.”  Gen 2:21</a:t>
            </a:r>
            <a:endParaRPr lang="en-US" sz="2000" dirty="0" smtClean="0"/>
          </a:p>
          <a:p>
            <a:endParaRPr lang="en-US" sz="2000" dirty="0" smtClean="0"/>
          </a:p>
        </p:txBody>
      </p:sp>
      <p:cxnSp>
        <p:nvCxnSpPr>
          <p:cNvPr id="5" name="Straight Arrow Connector 4"/>
          <p:cNvCxnSpPr/>
          <p:nvPr/>
        </p:nvCxnSpPr>
        <p:spPr>
          <a:xfrm rot="5400000">
            <a:off x="3010694" y="1256506"/>
            <a:ext cx="5334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rot="5400000">
            <a:off x="2974340" y="2361565"/>
            <a:ext cx="6096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rot="5400000">
            <a:off x="2782094" y="3999706"/>
            <a:ext cx="3810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rot="5400000">
            <a:off x="2919889" y="3275806"/>
            <a:ext cx="3048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endParaRPr lang="en-US" dirty="0"/>
          </a:p>
        </p:txBody>
      </p:sp>
      <p:sp>
        <p:nvSpPr>
          <p:cNvPr id="3" name="Content Placeholder 2"/>
          <p:cNvSpPr>
            <a:spLocks noGrp="1"/>
          </p:cNvSpPr>
          <p:nvPr>
            <p:ph sz="quarter" idx="1"/>
          </p:nvPr>
        </p:nvSpPr>
        <p:spPr>
          <a:xfrm>
            <a:off x="457200" y="685800"/>
            <a:ext cx="7467600" cy="5788152"/>
          </a:xfrm>
        </p:spPr>
        <p:txBody>
          <a:bodyPr>
            <a:normAutofit/>
          </a:bodyPr>
          <a:lstStyle/>
          <a:p>
            <a:r>
              <a:rPr lang="en-US" sz="2000" dirty="0" smtClean="0"/>
              <a:t>1 </a:t>
            </a:r>
            <a:r>
              <a:rPr lang="en-US" sz="2000" dirty="0" smtClean="0"/>
              <a:t>Cor7:1-16	</a:t>
            </a:r>
            <a:r>
              <a:rPr lang="en-US" dirty="0" smtClean="0"/>
              <a:t>                GOD</a:t>
            </a:r>
            <a:endParaRPr lang="en-US" dirty="0" smtClean="0"/>
          </a:p>
          <a:p>
            <a:r>
              <a:rPr lang="en-US" sz="1800" dirty="0" smtClean="0"/>
              <a:t>1Cor 7:25-40</a:t>
            </a:r>
            <a:endParaRPr lang="en-US" sz="1800" dirty="0" smtClean="0"/>
          </a:p>
          <a:p>
            <a:endParaRPr lang="en-US" dirty="0" smtClean="0"/>
          </a:p>
          <a:p>
            <a:endParaRPr lang="en-US" dirty="0" smtClean="0"/>
          </a:p>
          <a:p>
            <a:endParaRPr lang="en-US" dirty="0" smtClean="0"/>
          </a:p>
          <a:p>
            <a:endParaRPr lang="en-US" dirty="0" smtClean="0"/>
          </a:p>
          <a:p>
            <a:pPr>
              <a:buNone/>
            </a:pPr>
            <a:endParaRPr lang="en-US" dirty="0" smtClean="0"/>
          </a:p>
          <a:p>
            <a:r>
              <a:rPr lang="en-US" sz="1800" dirty="0" smtClean="0"/>
              <a:t>           Husband 			        Wife</a:t>
            </a:r>
            <a:endParaRPr lang="en-US" sz="1800" dirty="0" smtClean="0"/>
          </a:p>
          <a:p>
            <a:pPr>
              <a:buNone/>
            </a:pPr>
            <a:r>
              <a:rPr lang="en-US" sz="1600" b="1" dirty="0" smtClean="0"/>
              <a:t>*Neil Anderson 1996	</a:t>
            </a:r>
            <a:endParaRPr lang="en-US" sz="1600" b="1" dirty="0" smtClean="0"/>
          </a:p>
          <a:p>
            <a:pPr>
              <a:buNone/>
            </a:pPr>
            <a:endParaRPr lang="en-US" sz="1600" b="1" dirty="0" smtClean="0"/>
          </a:p>
          <a:p>
            <a:pPr>
              <a:buNone/>
            </a:pPr>
            <a:r>
              <a:rPr lang="en-US" sz="1600" b="1" dirty="0" smtClean="0"/>
              <a:t>‘ and treat them with respect as the weaker partner, and as heirs</a:t>
            </a:r>
            <a:endParaRPr lang="en-US" sz="1600" b="1" dirty="0" smtClean="0"/>
          </a:p>
          <a:p>
            <a:pPr>
              <a:buNone/>
            </a:pPr>
            <a:r>
              <a:rPr lang="en-US" sz="1600" b="1" dirty="0" smtClean="0"/>
              <a:t>with you of the gracious gift of life, so that nothing will hinder your</a:t>
            </a:r>
            <a:endParaRPr lang="en-US" sz="1600" b="1" dirty="0" smtClean="0"/>
          </a:p>
          <a:p>
            <a:pPr>
              <a:buNone/>
            </a:pPr>
            <a:r>
              <a:rPr lang="en-US" sz="1600" b="1" dirty="0" smtClean="0"/>
              <a:t>prayers.  					        1 Peter </a:t>
            </a:r>
            <a:r>
              <a:rPr lang="en-US" sz="1600" b="1" dirty="0" smtClean="0"/>
              <a:t>3:7 </a:t>
            </a:r>
            <a:endParaRPr lang="en-US" sz="1600" b="1" dirty="0"/>
          </a:p>
        </p:txBody>
      </p:sp>
      <p:sp>
        <p:nvSpPr>
          <p:cNvPr id="4" name="Isosceles Triangle 3"/>
          <p:cNvSpPr/>
          <p:nvPr/>
        </p:nvSpPr>
        <p:spPr>
          <a:xfrm>
            <a:off x="2362200" y="1066800"/>
            <a:ext cx="3429000" cy="2438400"/>
          </a:xfrm>
          <a:prstGeom prst="triangle">
            <a:avLst>
              <a:gd name="adj" fmla="val 4931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5" name="Straight Arrow Connector 4"/>
          <p:cNvCxnSpPr/>
          <p:nvPr/>
        </p:nvCxnSpPr>
        <p:spPr>
          <a:xfrm flipH="1">
            <a:off x="2133600" y="914400"/>
            <a:ext cx="1752600" cy="251460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6" name="Straight Arrow Connector 5"/>
          <p:cNvCxnSpPr/>
          <p:nvPr/>
        </p:nvCxnSpPr>
        <p:spPr>
          <a:xfrm>
            <a:off x="4191000" y="1066800"/>
            <a:ext cx="1752600" cy="243840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7" name="Straight Arrow Connector 6"/>
          <p:cNvCxnSpPr/>
          <p:nvPr/>
        </p:nvCxnSpPr>
        <p:spPr>
          <a:xfrm flipV="1">
            <a:off x="2057400" y="914400"/>
            <a:ext cx="1600200" cy="228600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8" name="Straight Arrow Connector 7"/>
          <p:cNvCxnSpPr/>
          <p:nvPr/>
        </p:nvCxnSpPr>
        <p:spPr>
          <a:xfrm flipH="1" flipV="1">
            <a:off x="4343400" y="990600"/>
            <a:ext cx="1752600" cy="243840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9" name="Straight Arrow Connector 8"/>
          <p:cNvCxnSpPr/>
          <p:nvPr/>
        </p:nvCxnSpPr>
        <p:spPr>
          <a:xfrm>
            <a:off x="2514600" y="3886200"/>
            <a:ext cx="3048000"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cxnSp>
        <p:nvCxnSpPr>
          <p:cNvPr id="10" name="Straight Arrow Connector 9"/>
          <p:cNvCxnSpPr/>
          <p:nvPr/>
        </p:nvCxnSpPr>
        <p:spPr>
          <a:xfrm flipH="1">
            <a:off x="2362200" y="3733800"/>
            <a:ext cx="3276600" cy="0"/>
          </a:xfrm>
          <a:prstGeom prst="straightConnector1">
            <a:avLst/>
          </a:prstGeom>
          <a:ln>
            <a:tailEnd type="arrow"/>
          </a:ln>
        </p:spPr>
        <p:style>
          <a:lnRef idx="2">
            <a:schemeClr val="accent1"/>
          </a:lnRef>
          <a:fillRef idx="0">
            <a:srgbClr val="FFFFFF"/>
          </a:fillRef>
          <a:effectRef idx="0">
            <a:srgbClr val="FFFFFF"/>
          </a:effectRef>
          <a:fontRef idx="minor">
            <a:schemeClr val="tx1"/>
          </a:fontRef>
        </p:style>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868362"/>
          </a:xfrm>
        </p:spPr>
        <p:txBody>
          <a:bodyPr>
            <a:normAutofit fontScale="90000"/>
          </a:bodyPr>
          <a:lstStyle/>
          <a:p>
            <a:r>
              <a:rPr lang="en-US" sz="2400" b="1" dirty="0" smtClean="0"/>
              <a:t>WOMAN AS THE INFLUENCER / EVANGELIST </a:t>
            </a:r>
            <a:br>
              <a:rPr lang="en-US" sz="2400" b="1" dirty="0" smtClean="0"/>
            </a:br>
            <a:r>
              <a:rPr lang="en-US" sz="2400" b="1" dirty="0" smtClean="0"/>
              <a:t>	</a:t>
            </a:r>
            <a:r>
              <a:rPr lang="en-US" sz="2400" b="1" dirty="0" smtClean="0"/>
              <a:t>					</a:t>
            </a:r>
            <a:r>
              <a:rPr lang="en-US" sz="2000" b="1" dirty="0" smtClean="0"/>
              <a:t>Lecture iv</a:t>
            </a:r>
            <a:endParaRPr lang="en-US" sz="2000" b="1" dirty="0"/>
          </a:p>
        </p:txBody>
      </p:sp>
      <p:sp>
        <p:nvSpPr>
          <p:cNvPr id="3" name="Content Placeholder 2"/>
          <p:cNvSpPr>
            <a:spLocks noGrp="1"/>
          </p:cNvSpPr>
          <p:nvPr>
            <p:ph sz="quarter" idx="1"/>
          </p:nvPr>
        </p:nvSpPr>
        <p:spPr>
          <a:xfrm>
            <a:off x="457200" y="1038225"/>
            <a:ext cx="7467600" cy="5435600"/>
          </a:xfrm>
        </p:spPr>
        <p:txBody>
          <a:bodyPr>
            <a:normAutofit/>
          </a:bodyPr>
          <a:lstStyle/>
          <a:p>
            <a:r>
              <a:rPr lang="en-US" dirty="0" smtClean="0"/>
              <a:t>IN THE HOME :</a:t>
            </a:r>
            <a:endParaRPr lang="en-US" dirty="0" smtClean="0"/>
          </a:p>
          <a:p>
            <a:endParaRPr lang="en-US" dirty="0" smtClean="0"/>
          </a:p>
          <a:p>
            <a:r>
              <a:rPr lang="en-US" dirty="0" smtClean="0"/>
              <a:t>WOMAN  has a great influence in her home, her children, her husband and her nation. </a:t>
            </a:r>
            <a:endParaRPr lang="en-US" dirty="0" smtClean="0"/>
          </a:p>
          <a:p>
            <a:r>
              <a:rPr lang="en-US" dirty="0" smtClean="0"/>
              <a:t>Woman influences the spiritual and moral </a:t>
            </a:r>
            <a:r>
              <a:rPr lang="en-US" dirty="0" err="1" smtClean="0"/>
              <a:t>lives of</a:t>
            </a:r>
            <a:r>
              <a:rPr lang="en-US" dirty="0" smtClean="0"/>
              <a:t> families and society as a whole. </a:t>
            </a:r>
            <a:endParaRPr lang="en-US" dirty="0" smtClean="0"/>
          </a:p>
          <a:p>
            <a:r>
              <a:rPr lang="en-US" dirty="0" err="1" smtClean="0"/>
              <a:t>Prov</a:t>
            </a:r>
            <a:r>
              <a:rPr lang="en-US" dirty="0" smtClean="0"/>
              <a:t> 14: 1 every wise woman builds her house, but the foolish one tears hers down with her own hands. </a:t>
            </a:r>
            <a:endParaRPr lang="en-US" dirty="0" smtClean="0"/>
          </a:p>
          <a:p>
            <a:endParaRPr lang="en-US" dirty="0" smtClean="0"/>
          </a:p>
          <a:p>
            <a:r>
              <a:rPr lang="en-US" dirty="0" smtClean="0"/>
              <a:t>Are you the Wise one or the Foolish one ??</a:t>
            </a:r>
            <a:endParaRPr lang="en-US" dirty="0" smtClean="0"/>
          </a:p>
          <a:p>
            <a:endParaRPr lang="en-US" dirty="0" smtClean="0"/>
          </a:p>
          <a:p>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274955"/>
            <a:ext cx="7467600" cy="713105"/>
          </a:xfrm>
        </p:spPr>
        <p:txBody>
          <a:bodyPr/>
          <a:p>
            <a:r>
              <a:rPr lang="en-US" dirty="0" smtClean="0">
                <a:sym typeface="+mn-ea"/>
              </a:rPr>
              <a:t>YOUR CIRCLE OF INFLUENCE :  </a:t>
            </a:r>
            <a:endParaRPr lang="en-US"/>
          </a:p>
        </p:txBody>
      </p:sp>
      <p:sp>
        <p:nvSpPr>
          <p:cNvPr id="3" name="Content Placeholder 2"/>
          <p:cNvSpPr>
            <a:spLocks noGrp="1"/>
          </p:cNvSpPr>
          <p:nvPr>
            <p:ph sz="quarter" idx="1"/>
          </p:nvPr>
        </p:nvSpPr>
        <p:spPr>
          <a:xfrm>
            <a:off x="457200" y="1099820"/>
            <a:ext cx="7467600" cy="5374005"/>
          </a:xfrm>
        </p:spPr>
        <p:txBody>
          <a:bodyPr/>
          <a:p>
            <a:r>
              <a:rPr lang="en-US" dirty="0" smtClean="0">
                <a:sym typeface="+mn-ea"/>
              </a:rPr>
              <a:t>How many people can you influence in your contact ?  Count ……</a:t>
            </a:r>
            <a:endParaRPr lang="en-US" dirty="0" smtClean="0"/>
          </a:p>
          <a:p>
            <a:endParaRPr lang="en-US" dirty="0" smtClean="0"/>
          </a:p>
          <a:p>
            <a:r>
              <a:rPr lang="en-US" dirty="0" smtClean="0">
                <a:sym typeface="+mn-ea"/>
              </a:rPr>
              <a:t>My mother</a:t>
            </a:r>
            <a:endParaRPr lang="en-US" dirty="0" smtClean="0"/>
          </a:p>
          <a:p>
            <a:r>
              <a:rPr lang="en-US" dirty="0" smtClean="0">
                <a:sym typeface="+mn-ea"/>
              </a:rPr>
              <a:t>Kings of Israel influenced by their mothers</a:t>
            </a:r>
            <a:endParaRPr lang="en-US" dirty="0" smtClean="0"/>
          </a:p>
          <a:p>
            <a:r>
              <a:rPr lang="en-US" dirty="0" smtClean="0">
                <a:sym typeface="+mn-ea"/>
              </a:rPr>
              <a:t>Psycho-</a:t>
            </a:r>
            <a:r>
              <a:rPr lang="en-US" dirty="0" err="1" smtClean="0">
                <a:sym typeface="+mn-ea"/>
              </a:rPr>
              <a:t>Psyiological</a:t>
            </a:r>
            <a:r>
              <a:rPr lang="en-US" dirty="0" smtClean="0">
                <a:sym typeface="+mn-ea"/>
              </a:rPr>
              <a:t> influence of the mother, since conception of baby in the womb. </a:t>
            </a:r>
            <a:endParaRPr lang="en-US" dirty="0" smtClean="0"/>
          </a:p>
          <a:p>
            <a:r>
              <a:rPr lang="en-US" dirty="0" smtClean="0">
                <a:sym typeface="+mn-ea"/>
              </a:rPr>
              <a:t>What about your influence on them ? What is it based on ? </a:t>
            </a:r>
            <a:endParaRPr lang="en-US" dirty="0"/>
          </a:p>
          <a:p>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274955"/>
            <a:ext cx="7467600" cy="545465"/>
          </a:xfrm>
        </p:spPr>
        <p:txBody>
          <a:bodyPr>
            <a:normAutofit fontScale="90000"/>
          </a:bodyPr>
          <a:p>
            <a:r>
              <a:rPr lang="en-US"/>
              <a:t>women in the bible </a:t>
            </a:r>
            <a:endParaRPr lang="en-US"/>
          </a:p>
        </p:txBody>
      </p:sp>
      <p:sp>
        <p:nvSpPr>
          <p:cNvPr id="3" name="Content Placeholder 2"/>
          <p:cNvSpPr>
            <a:spLocks noGrp="1"/>
          </p:cNvSpPr>
          <p:nvPr>
            <p:ph sz="quarter" idx="1"/>
          </p:nvPr>
        </p:nvSpPr>
        <p:spPr>
          <a:xfrm>
            <a:off x="457200" y="809625"/>
            <a:ext cx="7467600" cy="5664200"/>
          </a:xfrm>
        </p:spPr>
        <p:txBody>
          <a:bodyPr>
            <a:normAutofit fontScale="70000"/>
          </a:bodyPr>
          <a:p>
            <a:r>
              <a:rPr lang="en-US" b="1" u="sng"/>
              <a:t>OLD TESTAMENT</a:t>
            </a:r>
            <a:endParaRPr lang="en-US" b="1" u="sng"/>
          </a:p>
          <a:p>
            <a:r>
              <a:rPr lang="en-US" sz="2500"/>
              <a:t>I </a:t>
            </a:r>
            <a:r>
              <a:rPr lang="en-US" sz="2500" u="sng"/>
              <a:t>NOAH’s wife </a:t>
            </a:r>
            <a:r>
              <a:rPr lang="en-US" sz="2500"/>
              <a:t>: </a:t>
            </a:r>
            <a:r>
              <a:rPr lang="en-US" sz="3000"/>
              <a:t>she was a woman of courage and determination, a wife of a preacher; a woman of purity; a farmer; a shipbuilder; a zoo-keeper; a faithful helper, a family builder; a woman of God. </a:t>
            </a:r>
            <a:endParaRPr lang="en-US" sz="3000"/>
          </a:p>
          <a:p>
            <a:r>
              <a:rPr lang="en-US" sz="3000"/>
              <a:t>II</a:t>
            </a:r>
            <a:r>
              <a:rPr lang="en-US" sz="3000" u="sng"/>
              <a:t> REBECCA’s influence </a:t>
            </a:r>
            <a:r>
              <a:rPr lang="en-US" sz="3000"/>
              <a:t>: Rebecca favoured Jacob - showed partiality to children.</a:t>
            </a:r>
            <a:endParaRPr lang="en-US" sz="3000"/>
          </a:p>
          <a:p>
            <a:r>
              <a:rPr lang="en-US" b="1" u="sng"/>
              <a:t>NEW TESTAMENT :</a:t>
            </a:r>
            <a:endParaRPr lang="en-US" b="1" u="sng"/>
          </a:p>
          <a:p>
            <a:r>
              <a:rPr lang="en-US" sz="3000" u="sng"/>
              <a:t>Mother Mary </a:t>
            </a:r>
            <a:r>
              <a:rPr lang="en-US" sz="3000"/>
              <a:t>: How much Mother Mary must have influenced Jesus in his early years that at the age of 12 yrs, he could talk, discuss and explain to the Scribes  at theTemple when he got left behind ! What a dedicated  mother !! </a:t>
            </a:r>
            <a:endParaRPr lang="en-US" sz="3000"/>
          </a:p>
          <a:p>
            <a:r>
              <a:rPr lang="en-US" sz="3000"/>
              <a:t>Managed family also. She was obedient  to God’s call, offered  her whole life; God honoured her by making her Mother of God our Lord &amp; Saviour Jesus Christ ! </a:t>
            </a:r>
            <a:endParaRPr lang="en-US" sz="3000"/>
          </a:p>
          <a:p>
            <a:pPr marL="0" indent="0">
              <a:buNone/>
            </a:pPr>
            <a:endParaRPr lang="en-US" sz="3000"/>
          </a:p>
          <a:p>
            <a:pPr marL="0" indent="0">
              <a:buNone/>
            </a:pPr>
            <a:endParaRPr lang="en-US" sz="30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274955"/>
            <a:ext cx="7467600" cy="605155"/>
          </a:xfrm>
        </p:spPr>
        <p:txBody>
          <a:bodyPr/>
          <a:p>
            <a:r>
              <a:rPr lang="en-US" sz="2800" b="1">
                <a:sym typeface="+mn-ea"/>
              </a:rPr>
              <a:t>LYDIA : Acts 16:11 to 15 &amp; 40 </a:t>
            </a:r>
            <a:endParaRPr lang="en-US" sz="2800" b="1"/>
          </a:p>
        </p:txBody>
      </p:sp>
      <p:sp>
        <p:nvSpPr>
          <p:cNvPr id="3" name="Content Placeholder 2"/>
          <p:cNvSpPr>
            <a:spLocks noGrp="1"/>
          </p:cNvSpPr>
          <p:nvPr>
            <p:ph sz="quarter" idx="1"/>
          </p:nvPr>
        </p:nvSpPr>
        <p:spPr>
          <a:xfrm>
            <a:off x="457200" y="784860"/>
            <a:ext cx="7467600" cy="5688965"/>
          </a:xfrm>
        </p:spPr>
        <p:txBody>
          <a:bodyPr>
            <a:normAutofit fontScale="25000"/>
          </a:bodyPr>
          <a:p>
            <a:r>
              <a:rPr lang="en-US" sz="7500" b="1"/>
              <a:t>The Business woman Lydia led prayer meetings at </a:t>
            </a:r>
            <a:r>
              <a:rPr lang="en-US" sz="7500" b="1">
                <a:solidFill>
                  <a:srgbClr val="FF0000"/>
                </a:solidFill>
              </a:rPr>
              <a:t>home,</a:t>
            </a:r>
            <a:r>
              <a:rPr lang="en-US" sz="7500" b="1"/>
              <a:t> </a:t>
            </a:r>
            <a:endParaRPr lang="en-US" sz="7500" b="1"/>
          </a:p>
          <a:p>
            <a:r>
              <a:rPr lang="en-US" sz="7500" b="1"/>
              <a:t>Self-employed trader, </a:t>
            </a:r>
            <a:endParaRPr lang="en-US" sz="7500" b="1"/>
          </a:p>
          <a:p>
            <a:r>
              <a:rPr lang="en-US" sz="7500" b="1"/>
              <a:t>Selling purple and garments, </a:t>
            </a:r>
            <a:endParaRPr lang="en-US" sz="7500" b="1"/>
          </a:p>
          <a:p>
            <a:r>
              <a:rPr lang="en-US" sz="7500" b="1"/>
              <a:t>Financially independant, </a:t>
            </a:r>
            <a:endParaRPr lang="en-US" sz="7500" b="1"/>
          </a:p>
          <a:p>
            <a:r>
              <a:rPr lang="en-US" sz="7500" b="1"/>
              <a:t>Hospitable, </a:t>
            </a:r>
            <a:endParaRPr lang="en-US" sz="7500" b="1"/>
          </a:p>
          <a:p>
            <a:r>
              <a:rPr lang="en-US" sz="7500" b="1"/>
              <a:t>Travelled frequently (in Phillippi though her home was in Thyatira in Turkey); </a:t>
            </a:r>
            <a:endParaRPr lang="en-US" sz="7500" b="1"/>
          </a:p>
          <a:p>
            <a:r>
              <a:rPr lang="en-US" sz="7500" b="1"/>
              <a:t>A busy person, yet she found time to pray with a group of women privately who met regularly for worship by the river. </a:t>
            </a:r>
            <a:endParaRPr lang="en-US" sz="7500" b="1"/>
          </a:p>
          <a:p>
            <a:r>
              <a:rPr lang="en-US" sz="7500" b="1"/>
              <a:t>Interacted with European families of the Roman Empire. </a:t>
            </a:r>
            <a:endParaRPr lang="en-US" sz="7500" b="1"/>
          </a:p>
          <a:p>
            <a:r>
              <a:rPr lang="en-US" sz="7500" b="1"/>
              <a:t>After her conversion, she opened her house for prayer and shelter to Apostle Paul and his group and other disciples.</a:t>
            </a:r>
            <a:endParaRPr lang="en-US" sz="7500" b="1"/>
          </a:p>
          <a:p>
            <a:r>
              <a:rPr lang="en-US" sz="7500" b="1"/>
              <a:t>Founding members of church at Phillippi - women :  Phil 4 : 1-3 </a:t>
            </a:r>
            <a:endParaRPr lang="en-US" sz="7500" b="1"/>
          </a:p>
          <a:p>
            <a:endParaRPr lang="en-US"/>
          </a:p>
          <a:p>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sz="quarter" idx="1"/>
          </p:nvPr>
        </p:nvSpPr>
        <p:spPr/>
        <p:txBody>
          <a:bodyPr/>
          <a:p>
            <a:r>
              <a:rPr lang="en-US"/>
              <a:t>Paul Yonggi Cho’schurch South Korea- started with women leaders who conducted Home Cells’ bible study at homes </a:t>
            </a:r>
            <a:endParaRPr lang="en-US"/>
          </a:p>
          <a:p>
            <a:r>
              <a:rPr lang="en-US"/>
              <a:t>Today 3,00,000 members in his church...</a:t>
            </a:r>
            <a:endParaRPr lang="en-US"/>
          </a:p>
          <a:p>
            <a:endParaRPr lang="en-US"/>
          </a:p>
          <a:p>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274955"/>
            <a:ext cx="7467600" cy="666115"/>
          </a:xfrm>
        </p:spPr>
        <p:txBody>
          <a:bodyPr/>
          <a:p>
            <a:r>
              <a:rPr lang="en-US" b="1"/>
              <a:t>evangelist :</a:t>
            </a:r>
            <a:endParaRPr lang="en-US" b="1"/>
          </a:p>
        </p:txBody>
      </p:sp>
      <p:sp>
        <p:nvSpPr>
          <p:cNvPr id="3" name="Content Placeholder 2"/>
          <p:cNvSpPr>
            <a:spLocks noGrp="1"/>
          </p:cNvSpPr>
          <p:nvPr>
            <p:ph sz="quarter" idx="1"/>
          </p:nvPr>
        </p:nvSpPr>
        <p:spPr>
          <a:xfrm>
            <a:off x="457200" y="1052830"/>
            <a:ext cx="7467600" cy="5420995"/>
          </a:xfrm>
        </p:spPr>
        <p:txBody>
          <a:bodyPr>
            <a:normAutofit lnSpcReduction="10000"/>
          </a:bodyPr>
          <a:p>
            <a:r>
              <a:rPr lang="en-US">
                <a:sym typeface="+mn-ea"/>
              </a:rPr>
              <a:t>In CONCLUSION :</a:t>
            </a:r>
            <a:endParaRPr lang="en-US">
              <a:sym typeface="+mn-ea"/>
            </a:endParaRPr>
          </a:p>
          <a:p>
            <a:endParaRPr lang="en-US"/>
          </a:p>
          <a:p>
            <a:r>
              <a:rPr lang="en-US">
                <a:sym typeface="+mn-ea"/>
              </a:rPr>
              <a:t>Each of us is an Evangelist, must share the gospel......</a:t>
            </a:r>
            <a:endParaRPr lang="en-US">
              <a:sym typeface="+mn-ea"/>
            </a:endParaRPr>
          </a:p>
          <a:p>
            <a:endParaRPr lang="en-US">
              <a:sym typeface="+mn-ea"/>
            </a:endParaRPr>
          </a:p>
          <a:p>
            <a:r>
              <a:rPr lang="en-US">
                <a:sym typeface="+mn-ea"/>
              </a:rPr>
              <a:t>‘Woe unto me, if I do not preach the Gospel!’</a:t>
            </a:r>
            <a:endParaRPr lang="en-US">
              <a:sym typeface="+mn-ea"/>
            </a:endParaRPr>
          </a:p>
          <a:p>
            <a:r>
              <a:rPr lang="en-US">
                <a:sym typeface="+mn-ea"/>
              </a:rPr>
              <a:t> 1 Cor 9:16.</a:t>
            </a:r>
            <a:endParaRPr lang="en-US"/>
          </a:p>
          <a:p>
            <a:endParaRPr lang="en-US"/>
          </a:p>
          <a:p>
            <a:r>
              <a:rPr lang="en-US"/>
              <a:t>‘Therefore Go and </a:t>
            </a:r>
            <a:r>
              <a:rPr lang="en-US" b="1" i="1"/>
              <a:t>make disciples o</a:t>
            </a:r>
            <a:r>
              <a:rPr lang="en-US"/>
              <a:t>f all nations, baptizing them in the name of the Father, Son and of the Holy Spirit, and </a:t>
            </a:r>
            <a:r>
              <a:rPr lang="en-US" b="1" i="1"/>
              <a:t>teaching them </a:t>
            </a:r>
            <a:r>
              <a:rPr lang="en-US"/>
              <a:t>to obey everything I have commanded you.’ </a:t>
            </a:r>
            <a:endParaRPr lang="en-US"/>
          </a:p>
          <a:p>
            <a:r>
              <a:rPr lang="en-US">
                <a:sym typeface="+mn-ea"/>
              </a:rPr>
              <a:t>Matt 28 : 19,20</a:t>
            </a:r>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274955"/>
            <a:ext cx="7467600" cy="636905"/>
          </a:xfrm>
        </p:spPr>
        <p:txBody>
          <a:bodyPr/>
          <a:p>
            <a:r>
              <a:rPr lang="en-US"/>
              <a:t>CHALLENGE ......</a:t>
            </a:r>
            <a:endParaRPr lang="en-US"/>
          </a:p>
        </p:txBody>
      </p:sp>
      <p:sp>
        <p:nvSpPr>
          <p:cNvPr id="3" name="Content Placeholder 2"/>
          <p:cNvSpPr>
            <a:spLocks noGrp="1"/>
          </p:cNvSpPr>
          <p:nvPr>
            <p:ph sz="quarter" idx="1"/>
          </p:nvPr>
        </p:nvSpPr>
        <p:spPr>
          <a:xfrm>
            <a:off x="457200" y="1161415"/>
            <a:ext cx="7467600" cy="5312410"/>
          </a:xfrm>
        </p:spPr>
        <p:txBody>
          <a:bodyPr>
            <a:normAutofit lnSpcReduction="20000"/>
          </a:bodyPr>
          <a:p>
            <a:r>
              <a:rPr lang="en-US"/>
              <a:t>HOME BIBLE STUDY GROUPS </a:t>
            </a:r>
            <a:endParaRPr lang="en-US"/>
          </a:p>
          <a:p>
            <a:endParaRPr lang="en-US"/>
          </a:p>
          <a:p>
            <a:r>
              <a:rPr lang="en-US"/>
              <a:t>How many of you are </a:t>
            </a:r>
            <a:r>
              <a:rPr lang="en-US" b="1" i="1"/>
              <a:t>willing to open your houses </a:t>
            </a:r>
            <a:r>
              <a:rPr lang="en-US"/>
              <a:t>for Bible study and Prayer once a week ?</a:t>
            </a:r>
            <a:endParaRPr lang="en-US"/>
          </a:p>
          <a:p>
            <a:endParaRPr lang="en-US"/>
          </a:p>
          <a:p>
            <a:r>
              <a:rPr lang="en-US"/>
              <a:t>Women are different in function, but their value/worth in the eyes of God is the same</a:t>
            </a:r>
            <a:endParaRPr lang="en-US"/>
          </a:p>
          <a:p>
            <a:pPr marL="0" indent="0">
              <a:buNone/>
            </a:pPr>
            <a:endParaRPr lang="en-US"/>
          </a:p>
          <a:p>
            <a:r>
              <a:rPr lang="en-US"/>
              <a:t>Gal 2;20 : I am crucified with Christ:  It is no longer I who lives but Christ who lives in me, and the life I now live by faith in the Son of God, who loved me and died for me.</a:t>
            </a:r>
            <a:endParaRPr lang="en-US"/>
          </a:p>
          <a:p>
            <a:endParaRPr lang="en-US"/>
          </a:p>
          <a:p>
            <a:r>
              <a:rPr lang="en-US"/>
              <a:t>God Bless you all !</a:t>
            </a:r>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sz="quarter" idx="1"/>
          </p:nvPr>
        </p:nvSpPr>
        <p:spPr/>
        <p:txBody>
          <a:bodyPr>
            <a:normAutofit fontScale="70000"/>
          </a:bodyPr>
          <a:p>
            <a:pPr>
              <a:spcBef>
                <a:spcPct val="0"/>
              </a:spcBef>
              <a:buClr>
                <a:schemeClr val="accent1"/>
              </a:buClr>
              <a:buSzPct val="85000"/>
              <a:buFont typeface="Wingdings 2" panose="05020102010507070707" pitchFamily="18" charset="2"/>
            </a:pPr>
            <a:r>
              <a:rPr lang="en-US" sz="2400" b="1" dirty="0" smtClean="0">
                <a:sym typeface="+mn-ea"/>
              </a:rPr>
              <a:t>I will kill them (him) : 	       } </a:t>
            </a:r>
            <a:r>
              <a:rPr lang="en-US" sz="2400" b="1" dirty="0" smtClean="0">
                <a:solidFill>
                  <a:srgbClr val="C00000"/>
                </a:solidFill>
                <a:sym typeface="+mn-ea"/>
              </a:rPr>
              <a:t>‘Vengeance is mine says  				       }  the Lord’</a:t>
            </a:r>
            <a:endParaRPr lang="en-US" sz="2400" b="1" dirty="0" smtClean="0">
              <a:solidFill>
                <a:srgbClr val="C00000"/>
              </a:solidFill>
              <a:sym typeface="+mn-ea"/>
            </a:endParaRPr>
          </a:p>
          <a:p>
            <a:pPr>
              <a:spcBef>
                <a:spcPct val="0"/>
              </a:spcBef>
              <a:buClr>
                <a:schemeClr val="accent1"/>
              </a:buClr>
              <a:buSzPct val="85000"/>
              <a:buFont typeface="Wingdings 2" panose="05020102010507070707" pitchFamily="18" charset="2"/>
            </a:pPr>
            <a:r>
              <a:rPr lang="en-US" sz="2400" b="1" dirty="0" smtClean="0">
                <a:solidFill>
                  <a:srgbClr val="C00000"/>
                </a:solidFill>
                <a:sym typeface="+mn-ea"/>
              </a:rPr>
              <a:t> </a:t>
            </a:r>
            <a:r>
              <a:rPr lang="en-US" sz="2400" b="1" dirty="0" smtClean="0">
                <a:sym typeface="+mn-ea"/>
              </a:rPr>
              <a:t>I will not rest till I take revenge.  }</a:t>
            </a:r>
            <a:endParaRPr lang="en-US" sz="2400" b="1" dirty="0" smtClean="0">
              <a:sym typeface="+mn-ea"/>
            </a:endParaRPr>
          </a:p>
          <a:p>
            <a:pPr marL="0" indent="0">
              <a:spcBef>
                <a:spcPct val="0"/>
              </a:spcBef>
              <a:buClr>
                <a:schemeClr val="accent1"/>
              </a:buClr>
              <a:buSzPct val="85000"/>
              <a:buFont typeface="Wingdings 2" panose="05020102010507070707" pitchFamily="18" charset="2"/>
              <a:buNone/>
            </a:pPr>
            <a:endParaRPr lang="en-US" sz="2400" b="1" dirty="0" smtClean="0">
              <a:sym typeface="+mn-ea"/>
            </a:endParaRPr>
          </a:p>
          <a:p>
            <a:pPr>
              <a:spcBef>
                <a:spcPct val="0"/>
              </a:spcBef>
              <a:buClr>
                <a:schemeClr val="accent1"/>
              </a:buClr>
              <a:buSzPct val="85000"/>
              <a:buFont typeface="Wingdings 2" panose="05020102010507070707" pitchFamily="18" charset="2"/>
            </a:pPr>
            <a:r>
              <a:rPr lang="en-US" sz="2400" b="1" dirty="0" smtClean="0">
                <a:sym typeface="+mn-ea"/>
              </a:rPr>
              <a:t> I am ashamed of myself :  	</a:t>
            </a:r>
            <a:r>
              <a:rPr lang="en-US" sz="2400" b="1" dirty="0" smtClean="0">
                <a:solidFill>
                  <a:srgbClr val="C00000"/>
                </a:solidFill>
                <a:sym typeface="+mn-ea"/>
              </a:rPr>
              <a:t>God restores my chastity. </a:t>
            </a:r>
            <a:endParaRPr lang="en-US" sz="2400" dirty="0" smtClean="0">
              <a:solidFill>
                <a:srgbClr val="C00000"/>
              </a:solidFill>
            </a:endParaRPr>
          </a:p>
          <a:p>
            <a:pPr>
              <a:buClr>
                <a:schemeClr val="accent1"/>
              </a:buClr>
              <a:buSzPct val="85000"/>
              <a:buFont typeface="Wingdings 2" panose="05020102010507070707" pitchFamily="18" charset="2"/>
            </a:pPr>
            <a:r>
              <a:rPr lang="en-US" sz="2400" b="1" dirty="0" smtClean="0">
                <a:sym typeface="+mn-ea"/>
              </a:rPr>
              <a:t>I am a tainted vessel  :  	</a:t>
            </a:r>
            <a:r>
              <a:rPr lang="en-US" sz="2400" b="1" dirty="0" smtClean="0">
                <a:solidFill>
                  <a:srgbClr val="C00000"/>
                </a:solidFill>
                <a:sym typeface="+mn-ea"/>
              </a:rPr>
              <a:t>‘For your shame ye shall have 				double ‘ ‘Instead of their </a:t>
            </a:r>
            <a:endParaRPr lang="en-US" sz="2400" dirty="0" smtClean="0">
              <a:solidFill>
                <a:srgbClr val="C00000"/>
              </a:solidFill>
            </a:endParaRPr>
          </a:p>
          <a:p>
            <a:pPr lvl="4">
              <a:buClr>
                <a:srgbClr val="A28E6A"/>
              </a:buClr>
              <a:buSzTx/>
              <a:buFontTx/>
              <a:buNone/>
            </a:pPr>
            <a:r>
              <a:rPr lang="en-US" sz="2400" b="1" dirty="0" smtClean="0">
                <a:solidFill>
                  <a:srgbClr val="C00000"/>
                </a:solidFill>
                <a:sym typeface="+mn-ea"/>
              </a:rPr>
              <a:t>                                     shame my people will receive              </a:t>
            </a:r>
            <a:endParaRPr lang="en-US" sz="2400" b="1" dirty="0" smtClean="0">
              <a:solidFill>
                <a:srgbClr val="C00000"/>
              </a:solidFill>
            </a:endParaRPr>
          </a:p>
          <a:p>
            <a:pPr lvl="4">
              <a:buClr>
                <a:srgbClr val="A28E6A"/>
              </a:buClr>
              <a:buSzTx/>
              <a:buFontTx/>
              <a:buNone/>
            </a:pPr>
            <a:r>
              <a:rPr lang="en-US" sz="2400" b="1" dirty="0" smtClean="0">
                <a:solidFill>
                  <a:srgbClr val="C00000"/>
                </a:solidFill>
                <a:sym typeface="+mn-ea"/>
              </a:rPr>
              <a:t>                                     a double portion and instead   </a:t>
            </a:r>
            <a:endParaRPr lang="en-US" sz="2400" b="1" dirty="0" smtClean="0">
              <a:solidFill>
                <a:srgbClr val="C00000"/>
              </a:solidFill>
            </a:endParaRPr>
          </a:p>
          <a:p>
            <a:pPr lvl="4">
              <a:buClr>
                <a:srgbClr val="A28E6A"/>
              </a:buClr>
              <a:buSzTx/>
              <a:buFontTx/>
              <a:buNone/>
            </a:pPr>
            <a:r>
              <a:rPr lang="en-US" sz="2400" b="1" dirty="0" smtClean="0">
                <a:solidFill>
                  <a:srgbClr val="C00000"/>
                </a:solidFill>
                <a:sym typeface="+mn-ea"/>
              </a:rPr>
              <a:t>                                     of disgrace  they will rejoice </a:t>
            </a:r>
            <a:endParaRPr lang="en-US" sz="2400" b="1" dirty="0" smtClean="0">
              <a:solidFill>
                <a:srgbClr val="C00000"/>
              </a:solidFill>
            </a:endParaRPr>
          </a:p>
          <a:p>
            <a:pPr lvl="4">
              <a:buClr>
                <a:srgbClr val="A28E6A"/>
              </a:buClr>
              <a:buSzTx/>
              <a:buFontTx/>
              <a:buNone/>
            </a:pPr>
            <a:r>
              <a:rPr lang="en-US" sz="2400" b="1" dirty="0" smtClean="0">
                <a:solidFill>
                  <a:srgbClr val="C00000"/>
                </a:solidFill>
                <a:sym typeface="+mn-ea"/>
              </a:rPr>
              <a:t>                                     in their inheritance; ‘ Isa 61:7</a:t>
            </a:r>
            <a:endParaRPr lang="en-US" sz="2400" dirty="0" smtClean="0">
              <a:solidFill>
                <a:srgbClr val="C00000"/>
              </a:solidFill>
            </a:endParaRPr>
          </a:p>
          <a:p>
            <a:pPr>
              <a:buClr>
                <a:schemeClr val="accent1"/>
              </a:buClr>
              <a:buSzPct val="85000"/>
              <a:buFont typeface="Wingdings 2" panose="05020102010507070707" pitchFamily="18" charset="2"/>
            </a:pPr>
            <a:r>
              <a:rPr lang="en-US" sz="2400" b="1" dirty="0" smtClean="0">
                <a:sym typeface="+mn-ea"/>
              </a:rPr>
              <a:t>I am a burden to this earth :   </a:t>
            </a:r>
            <a:r>
              <a:rPr lang="en-US" sz="2400" b="1" dirty="0" smtClean="0">
                <a:solidFill>
                  <a:srgbClr val="C00000"/>
                </a:solidFill>
                <a:sym typeface="+mn-ea"/>
              </a:rPr>
              <a:t>Jesus heals me and makes me 				a new creation,  Jesus said , I 				give you life and life in 					abundance  John 10:10</a:t>
            </a:r>
            <a:endParaRPr lang="en-US" sz="2400" dirty="0" smtClean="0">
              <a:solidFill>
                <a:srgbClr val="C00000"/>
              </a:solidFill>
            </a:endParaRPr>
          </a:p>
          <a:p>
            <a:pPr>
              <a:buClr>
                <a:schemeClr val="accent1"/>
              </a:buClr>
              <a:buSzPct val="85000"/>
              <a:buFont typeface="Wingdings 2" panose="05020102010507070707" pitchFamily="18" charset="2"/>
            </a:pPr>
            <a:endParaRPr lang="en-US" sz="2400" dirty="0" smtClean="0"/>
          </a:p>
          <a:p>
            <a:pPr>
              <a:buClr>
                <a:schemeClr val="accent1"/>
              </a:buClr>
              <a:buSzPct val="85000"/>
              <a:buFont typeface="Wingdings 2" panose="05020102010507070707" pitchFamily="18" charset="2"/>
            </a:pPr>
            <a:endParaRPr lang="en-US" sz="2400" dirty="0" smtClean="0"/>
          </a:p>
          <a:p>
            <a:endParaRPr lang="en-US" sz="2400" dirty="0"/>
          </a:p>
          <a:p>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sz="quarter" idx="1"/>
          </p:nvPr>
        </p:nvSpPr>
        <p:spPr/>
        <p:txBody>
          <a:bodyPr>
            <a:normAutofit fontScale="70000"/>
          </a:bodyPr>
          <a:p>
            <a:pPr algn="l">
              <a:spcBef>
                <a:spcPct val="0"/>
              </a:spcBef>
              <a:buClr>
                <a:schemeClr val="accent1"/>
              </a:buClr>
              <a:buSzPct val="85000"/>
              <a:buFont typeface="Wingdings 2" panose="05020102010507070707" pitchFamily="18" charset="2"/>
            </a:pPr>
            <a:r>
              <a:rPr lang="en-US" sz="2400" b="1" dirty="0" smtClean="0">
                <a:solidFill>
                  <a:srgbClr val="FF0000"/>
                </a:solidFill>
                <a:sym typeface="+mn-ea"/>
              </a:rPr>
              <a:t>Why me </a:t>
            </a:r>
            <a:r>
              <a:rPr lang="en-US" sz="2400" b="1" dirty="0" smtClean="0">
                <a:sym typeface="+mn-ea"/>
              </a:rPr>
              <a:t>?  		</a:t>
            </a:r>
            <a:r>
              <a:rPr lang="en-US" sz="1600" b="1" dirty="0" smtClean="0">
                <a:solidFill>
                  <a:schemeClr val="tx2"/>
                </a:solidFill>
                <a:sym typeface="+mn-ea"/>
              </a:rPr>
              <a:t> </a:t>
            </a:r>
            <a:r>
              <a:rPr lang="en-US" b="1" dirty="0" smtClean="0">
                <a:solidFill>
                  <a:schemeClr val="tx2"/>
                </a:solidFill>
                <a:sym typeface="+mn-ea"/>
              </a:rPr>
              <a:t>‘A bruised reed He will not break, 	           		 and a s</a:t>
            </a:r>
            <a:r>
              <a:rPr lang="en-US" b="1" dirty="0" err="1" smtClean="0">
                <a:solidFill>
                  <a:schemeClr val="tx2"/>
                </a:solidFill>
                <a:sym typeface="+mn-ea"/>
              </a:rPr>
              <a:t>mouldering</a:t>
            </a:r>
            <a:r>
              <a:rPr lang="en-US" b="1" dirty="0" smtClean="0">
                <a:solidFill>
                  <a:schemeClr val="tx2"/>
                </a:solidFill>
                <a:sym typeface="+mn-ea"/>
              </a:rPr>
              <a:t>  wick He will      </a:t>
            </a:r>
            <a:endParaRPr lang="en-US" b="1" dirty="0" smtClean="0">
              <a:solidFill>
                <a:schemeClr val="tx2"/>
              </a:solidFill>
              <a:sym typeface="+mn-ea"/>
            </a:endParaRPr>
          </a:p>
          <a:p>
            <a:pPr algn="l">
              <a:spcBef>
                <a:spcPct val="0"/>
              </a:spcBef>
              <a:buClr>
                <a:schemeClr val="accent1"/>
              </a:buClr>
              <a:buSzPct val="85000"/>
              <a:buFont typeface="Wingdings 2" panose="05020102010507070707" pitchFamily="18" charset="2"/>
            </a:pPr>
            <a:r>
              <a:rPr lang="en-US" b="1" dirty="0" smtClean="0">
                <a:solidFill>
                  <a:schemeClr val="tx2"/>
                </a:solidFill>
                <a:sym typeface="+mn-ea"/>
              </a:rPr>
              <a:t>                  		 not snuff  out’		Matt 12:20</a:t>
            </a:r>
            <a:endParaRPr lang="en-US" b="1" dirty="0" smtClean="0">
              <a:solidFill>
                <a:schemeClr val="tx2"/>
              </a:solidFill>
              <a:sym typeface="+mn-ea"/>
            </a:endParaRPr>
          </a:p>
          <a:p>
            <a:pPr algn="l">
              <a:spcBef>
                <a:spcPct val="0"/>
              </a:spcBef>
              <a:buClr>
                <a:schemeClr val="accent1"/>
              </a:buClr>
              <a:buSzPct val="85000"/>
              <a:buFont typeface="Wingdings 2" panose="05020102010507070707" pitchFamily="18" charset="2"/>
            </a:pPr>
            <a:endParaRPr lang="en-US" b="1" dirty="0" smtClean="0">
              <a:solidFill>
                <a:schemeClr val="tx2"/>
              </a:solidFill>
            </a:endParaRPr>
          </a:p>
          <a:p>
            <a:pPr algn="l">
              <a:buClr>
                <a:schemeClr val="accent1"/>
              </a:buClr>
              <a:buSzPct val="85000"/>
              <a:buFont typeface="Wingdings 2" panose="05020102010507070707" pitchFamily="18" charset="2"/>
            </a:pPr>
            <a:r>
              <a:rPr lang="en-US" sz="2400" b="1" dirty="0" smtClean="0">
                <a:solidFill>
                  <a:schemeClr val="tx2"/>
                </a:solidFill>
                <a:sym typeface="+mn-ea"/>
              </a:rPr>
              <a:t> </a:t>
            </a:r>
            <a:r>
              <a:rPr lang="en-US" sz="2400" b="1" dirty="0" smtClean="0">
                <a:solidFill>
                  <a:srgbClr val="FF0000"/>
                </a:solidFill>
                <a:sym typeface="+mn-ea"/>
              </a:rPr>
              <a:t>’I will never forgive’ </a:t>
            </a:r>
            <a:r>
              <a:rPr lang="en-US" sz="2400" b="1" dirty="0" smtClean="0">
                <a:solidFill>
                  <a:schemeClr val="tx2"/>
                </a:solidFill>
                <a:sym typeface="+mn-ea"/>
              </a:rPr>
              <a:t>:  Forgive even as I </a:t>
            </a:r>
            <a:endParaRPr lang="en-US" sz="2400" b="1" dirty="0" smtClean="0">
              <a:solidFill>
                <a:schemeClr val="tx2"/>
              </a:solidFill>
              <a:sym typeface="+mn-ea"/>
            </a:endParaRPr>
          </a:p>
          <a:p>
            <a:pPr marL="2377440" lvl="8" indent="457200" algn="l">
              <a:buClr>
                <a:schemeClr val="accent1"/>
              </a:buClr>
              <a:buSzPct val="85000"/>
              <a:buFont typeface="Wingdings 2" panose="05020102010507070707" pitchFamily="18" charset="2"/>
              <a:buNone/>
            </a:pPr>
            <a:r>
              <a:rPr lang="en-US" sz="2400" b="1" dirty="0" smtClean="0">
                <a:solidFill>
                  <a:schemeClr val="tx2"/>
                </a:solidFill>
                <a:sym typeface="+mn-ea"/>
              </a:rPr>
              <a:t>have forgiven you….   Jesus </a:t>
            </a:r>
            <a:endParaRPr lang="en-US" sz="2400" b="1" dirty="0" smtClean="0">
              <a:solidFill>
                <a:schemeClr val="tx2"/>
              </a:solidFill>
            </a:endParaRPr>
          </a:p>
          <a:p>
            <a:pPr lvl="4" algn="l">
              <a:buClr>
                <a:srgbClr val="A28E6A"/>
              </a:buClr>
              <a:buSzTx/>
              <a:buFontTx/>
              <a:buNone/>
            </a:pPr>
            <a:r>
              <a:rPr lang="en-US" sz="2400" b="1" dirty="0" smtClean="0">
                <a:solidFill>
                  <a:schemeClr val="tx2"/>
                </a:solidFill>
                <a:sym typeface="+mn-ea"/>
              </a:rPr>
              <a:t>					Mathew 6 :12  </a:t>
            </a:r>
            <a:endParaRPr lang="en-US" sz="2400" b="1" dirty="0" smtClean="0">
              <a:solidFill>
                <a:schemeClr val="tx2"/>
              </a:solidFill>
              <a:sym typeface="+mn-ea"/>
            </a:endParaRPr>
          </a:p>
          <a:p>
            <a:pPr marL="2377440" lvl="6" indent="457200" algn="l">
              <a:buClr>
                <a:srgbClr val="A28E6A"/>
              </a:buClr>
              <a:buSzTx/>
              <a:buFontTx/>
              <a:buNone/>
            </a:pPr>
            <a:r>
              <a:rPr lang="en-US" sz="2400" b="1" dirty="0" smtClean="0">
                <a:solidFill>
                  <a:schemeClr val="tx2"/>
                </a:solidFill>
                <a:sym typeface="+mn-ea"/>
              </a:rPr>
              <a:t>forgiving others as in  ‘Our       </a:t>
            </a:r>
            <a:endParaRPr lang="en-US" sz="2400" b="1" dirty="0" smtClean="0">
              <a:solidFill>
                <a:schemeClr val="tx2"/>
              </a:solidFill>
              <a:sym typeface="+mn-ea"/>
            </a:endParaRPr>
          </a:p>
          <a:p>
            <a:pPr marL="2377440" lvl="6" indent="457200" algn="l">
              <a:buClr>
                <a:srgbClr val="A28E6A"/>
              </a:buClr>
              <a:buSzTx/>
              <a:buFontTx/>
              <a:buNone/>
            </a:pPr>
            <a:r>
              <a:rPr lang="en-US" sz="2400" b="1" dirty="0" smtClean="0">
                <a:solidFill>
                  <a:schemeClr val="tx2"/>
                </a:solidFill>
                <a:sym typeface="+mn-ea"/>
              </a:rPr>
              <a:t>Father’   prayer			  		               Mark 11 : 25</a:t>
            </a:r>
            <a:endParaRPr lang="en-US" sz="2400" b="1" dirty="0" smtClean="0">
              <a:solidFill>
                <a:schemeClr val="tx2"/>
              </a:solidFill>
              <a:sym typeface="+mn-ea"/>
            </a:endParaRPr>
          </a:p>
          <a:p>
            <a:pPr marL="1920240" lvl="5" indent="457200" algn="l">
              <a:buClr>
                <a:srgbClr val="A28E6A"/>
              </a:buClr>
              <a:buSzTx/>
              <a:buFontTx/>
              <a:buNone/>
            </a:pPr>
            <a:endParaRPr lang="en-US" sz="2400" b="1" dirty="0" smtClean="0">
              <a:solidFill>
                <a:schemeClr val="tx2"/>
              </a:solidFill>
            </a:endParaRPr>
          </a:p>
          <a:p>
            <a:pPr marL="0" lvl="4" algn="l">
              <a:buClr>
                <a:schemeClr val="accent1"/>
              </a:buClr>
              <a:buSzPct val="85000"/>
              <a:buFont typeface="Wingdings 2" panose="05020102010507070707" pitchFamily="18" charset="2"/>
            </a:pPr>
            <a:r>
              <a:rPr lang="en-US" sz="2400" b="1" dirty="0" smtClean="0">
                <a:solidFill>
                  <a:srgbClr val="FF0000"/>
                </a:solidFill>
                <a:sym typeface="+mn-ea"/>
              </a:rPr>
              <a:t>Fear ( Palpitations )  </a:t>
            </a:r>
            <a:r>
              <a:rPr lang="en-US" sz="2400" b="1" dirty="0" smtClean="0">
                <a:solidFill>
                  <a:schemeClr val="tx2"/>
                </a:solidFill>
                <a:sym typeface="+mn-ea"/>
              </a:rPr>
              <a:t>  :  For God has not given me the spirit </a:t>
            </a:r>
            <a:r>
              <a:rPr lang="en-US" sz="2665" b="1" dirty="0" smtClean="0">
                <a:solidFill>
                  <a:schemeClr val="tx2"/>
                </a:solidFill>
                <a:sym typeface="+mn-ea"/>
              </a:rPr>
              <a:t>of 		       	fear, but a spirit of power, of  love 			and  a sound mind (self discipline).</a:t>
            </a:r>
            <a:r>
              <a:rPr lang="en-US" sz="2665" b="1" dirty="0" smtClean="0">
                <a:solidFill>
                  <a:schemeClr val="tx2"/>
                </a:solidFill>
                <a:sym typeface="+mn-ea"/>
              </a:rPr>
              <a:t> 						2 Timothy 1:7</a:t>
            </a:r>
            <a:endParaRPr lang="en-US" sz="2665" b="1" dirty="0" smtClean="0">
              <a:solidFill>
                <a:schemeClr val="tx2"/>
              </a:solidFill>
            </a:endParaRPr>
          </a:p>
          <a:p>
            <a:pPr algn="l">
              <a:buClr>
                <a:schemeClr val="accent1"/>
              </a:buClr>
              <a:buSzPct val="85000"/>
              <a:buFont typeface="Wingdings 2" panose="05020102010507070707" pitchFamily="18" charset="2"/>
            </a:pPr>
            <a:endParaRPr lang="en-US" sz="2665" b="1" dirty="0" smtClean="0">
              <a:solidFill>
                <a:schemeClr val="tx2"/>
              </a:solidFill>
              <a:sym typeface="+mn-ea"/>
            </a:endParaRPr>
          </a:p>
          <a:p>
            <a:pPr algn="just">
              <a:buClr>
                <a:schemeClr val="accent1"/>
              </a:buClr>
              <a:buSzPct val="85000"/>
              <a:buFont typeface="Wingdings 2" panose="05020102010507070707" pitchFamily="18" charset="2"/>
              <a:buNone/>
            </a:pPr>
            <a:endParaRPr lang="en-US" sz="2665" b="1" dirty="0" smtClean="0">
              <a:solidFill>
                <a:schemeClr val="tx2"/>
              </a:solidFill>
            </a:endParaRPr>
          </a:p>
          <a:p>
            <a:pPr>
              <a:buClr>
                <a:schemeClr val="accent1"/>
              </a:buClr>
              <a:buSzPct val="85000"/>
              <a:buFont typeface="Wingdings 2" panose="05020102010507070707" pitchFamily="18" charset="2"/>
            </a:pPr>
            <a:endParaRPr lang="en-US" sz="2400" dirty="0" smtClean="0"/>
          </a:p>
          <a:p>
            <a:endParaRPr lang="en-US" sz="2400" dirty="0"/>
          </a:p>
          <a:p>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endParaRPr lang="en-US"/>
          </a:p>
        </p:txBody>
      </p:sp>
      <p:sp>
        <p:nvSpPr>
          <p:cNvPr id="3" name="Content Placeholder 2"/>
          <p:cNvSpPr>
            <a:spLocks noGrp="1"/>
          </p:cNvSpPr>
          <p:nvPr>
            <p:ph sz="quarter" idx="1"/>
          </p:nvPr>
        </p:nvSpPr>
        <p:spPr/>
        <p:txBody>
          <a:bodyPr/>
          <a:p>
            <a:endParaRPr lang="en-US"/>
          </a:p>
          <a:p>
            <a:endParaRPr lang="en-US"/>
          </a:p>
          <a:p>
            <a:endParaRPr lang="en-US"/>
          </a:p>
          <a:p>
            <a:endParaRPr lang="en-US"/>
          </a:p>
          <a:p>
            <a:pPr algn="ctr"/>
            <a:r>
              <a:rPr lang="en-US"/>
              <a:t>Thank you !!</a:t>
            </a:r>
            <a:endParaRPr lang="en-US"/>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el">
  <a:themeElements>
    <a:clrScheme name="Oriel">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Oriel">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riel">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Oriel</Template>
  <TotalTime>0</TotalTime>
  <Words>7102</Words>
  <Application>WPS Presentation</Application>
  <PresentationFormat>On-screen Show (4:3)</PresentationFormat>
  <Paragraphs>248</Paragraphs>
  <Slides>21</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21</vt:i4>
      </vt:variant>
    </vt:vector>
  </HeadingPairs>
  <TitlesOfParts>
    <vt:vector size="33" baseType="lpstr">
      <vt:lpstr>Arial</vt:lpstr>
      <vt:lpstr>SimSun</vt:lpstr>
      <vt:lpstr>Wingdings</vt:lpstr>
      <vt:lpstr>Wingdings</vt:lpstr>
      <vt:lpstr>Wingdings 2</vt:lpstr>
      <vt:lpstr>Wingdings 2</vt:lpstr>
      <vt:lpstr>Perpetua</vt:lpstr>
      <vt:lpstr>Century Schoolbook</vt:lpstr>
      <vt:lpstr>Microsoft YaHei</vt:lpstr>
      <vt:lpstr>Arial Unicode MS</vt:lpstr>
      <vt:lpstr>Calibri</vt:lpstr>
      <vt:lpstr>Oriel</vt:lpstr>
      <vt:lpstr>WOMEN’s EMPOWERMENT SEMINAR  BANGALORE   THE INNER SELF   Lecture I  </vt:lpstr>
      <vt:lpstr>     THE INNER MAN by Dr. HENRY JOSEPH</vt:lpstr>
      <vt:lpstr>PowerPoint 演示文稿</vt:lpstr>
      <vt:lpstr>The Inner man </vt:lpstr>
      <vt:lpstr>The Inner Man .....                       cont’d...</vt:lpstr>
      <vt:lpstr> THE INNER MAN .....	   	        cont’d...</vt:lpstr>
      <vt:lpstr>THE INNER MAN ........                  Cont’d...</vt:lpstr>
      <vt:lpstr>Strengthening the Inner Man</vt:lpstr>
      <vt:lpstr>PowerPoint 演示文稿</vt:lpstr>
      <vt:lpstr>FAMILY :</vt:lpstr>
      <vt:lpstr> </vt:lpstr>
      <vt:lpstr>WOMAN AS THE INFLUENCER / EVANGELIST  						Lecture iv</vt:lpstr>
      <vt:lpstr>YOUR CIRCLE OF INFLUENCE :  </vt:lpstr>
      <vt:lpstr>women in the bible </vt:lpstr>
      <vt:lpstr>LYDIA : Acts 16:11 to 15 &amp; 40 </vt:lpstr>
      <vt:lpstr>PowerPoint 演示文稿</vt:lpstr>
      <vt:lpstr>evangelist :</vt:lpstr>
      <vt:lpstr>CHALLENGE ......</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WOMEN’s EMPOWERMENT SEMINAR  BANGALORE   THE INNER SELF   Lecture I  </dc:title>
  <dc:creator>india</dc:creator>
  <cp:lastModifiedBy>india</cp:lastModifiedBy>
  <cp:revision>33</cp:revision>
  <dcterms:created xsi:type="dcterms:W3CDTF">2024-08-30T13:55:00Z</dcterms:created>
  <dcterms:modified xsi:type="dcterms:W3CDTF">2024-09-01T16:13:09Z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63E99AB6F7D14FD8A3D751A5328849B6_12</vt:lpwstr>
  </property>
  <property fmtid="{D5CDD505-2E9C-101B-9397-08002B2CF9AE}" pid="3" name="KSOProductBuildVer">
    <vt:lpwstr>1033-12.2.0.17562</vt:lpwstr>
  </property>
</Properties>
</file>