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diagrams/quickStyle2.xml" ContentType="application/vnd.openxmlformats-officedocument.drawingml.diagramStyl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diagrams/quickStyle1.xml" ContentType="application/vnd.openxmlformats-officedocument.drawingml.diagramStyl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diagrams/layout2.xml" ContentType="application/vnd.openxmlformats-officedocument.drawingml.diagramLayout+xml"/>
  <Override PartName="/ppt/diagrams/layout1.xml" ContentType="application/vnd.openxmlformats-officedocument.drawingml.diagramLayout+xml"/>
  <Override PartName="/ppt/diagrams/data2.xml" ContentType="application/vnd.openxmlformats-officedocument.drawingml.diagramData+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diagrams/data1.xml" ContentType="application/vnd.openxmlformats-officedocument.drawingml.diagramData+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diagrams/colors2.xml" ContentType="application/vnd.openxmlformats-officedocument.drawingml.diagramCol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handoutMasterIdLst>
    <p:handoutMasterId r:id="rId20"/>
  </p:handoutMasterIdLst>
  <p:sldIdLst>
    <p:sldId id="256" r:id="rId2"/>
    <p:sldId id="259" r:id="rId3"/>
    <p:sldId id="257" r:id="rId4"/>
    <p:sldId id="271" r:id="rId5"/>
    <p:sldId id="272" r:id="rId6"/>
    <p:sldId id="258" r:id="rId7"/>
    <p:sldId id="263" r:id="rId8"/>
    <p:sldId id="264" r:id="rId9"/>
    <p:sldId id="260" r:id="rId10"/>
    <p:sldId id="261" r:id="rId11"/>
    <p:sldId id="262" r:id="rId12"/>
    <p:sldId id="266" r:id="rId13"/>
    <p:sldId id="267" r:id="rId14"/>
    <p:sldId id="268" r:id="rId15"/>
    <p:sldId id="270" r:id="rId16"/>
    <p:sldId id="274" r:id="rId17"/>
    <p:sldId id="269" r:id="rId18"/>
    <p:sldId id="273"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vertBarState="maximized">
    <p:restoredLeft sz="18750" autoAdjust="0"/>
    <p:restoredTop sz="94660"/>
  </p:normalViewPr>
  <p:slideViewPr>
    <p:cSldViewPr>
      <p:cViewPr>
        <p:scale>
          <a:sx n="100" d="100"/>
          <a:sy n="100" d="100"/>
        </p:scale>
        <p:origin x="-282" y="12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1">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1B7D373-6B34-4A6E-9D95-DDAA8A929D39}" type="doc">
      <dgm:prSet loTypeId="urn:microsoft.com/office/officeart/2005/8/layout/process5#1" loCatId="process" qsTypeId="urn:microsoft.com/office/officeart/2005/8/quickstyle/simple3#1" qsCatId="simple" csTypeId="urn:microsoft.com/office/officeart/2005/8/colors/accent1_2#1" csCatId="accent1" phldr="1"/>
      <dgm:spPr/>
      <dgm:t>
        <a:bodyPr/>
        <a:lstStyle/>
        <a:p>
          <a:endParaRPr lang="en-US"/>
        </a:p>
      </dgm:t>
    </dgm:pt>
    <dgm:pt modelId="{43139C5B-62FB-4091-8D24-8924780DF65F}">
      <dgm:prSet phldrT="[Text]" phldr="0" custT="0"/>
      <dgm:spPr/>
      <dgm:t>
        <a:bodyPr vert="horz" wrap="square"/>
        <a:lstStyle/>
        <a:p>
          <a:pPr>
            <a:lnSpc>
              <a:spcPct val="100000"/>
            </a:lnSpc>
            <a:spcBef>
              <a:spcPct val="0"/>
            </a:spcBef>
            <a:spcAft>
              <a:spcPct val="35000"/>
            </a:spcAft>
          </a:pPr>
          <a:r>
            <a:rPr lang="en-US" b="1" dirty="0"/>
            <a:t>AWARENESS</a:t>
          </a:r>
        </a:p>
        <a:p>
          <a:pPr>
            <a:lnSpc>
              <a:spcPct val="100000"/>
            </a:lnSpc>
            <a:spcBef>
              <a:spcPct val="0"/>
            </a:spcBef>
            <a:spcAft>
              <a:spcPct val="35000"/>
            </a:spcAft>
          </a:pPr>
          <a:r>
            <a:rPr lang="en-US" dirty="0"/>
            <a:t>(Pre-Evangelism Preparation)</a:t>
          </a:r>
        </a:p>
      </dgm:t>
    </dgm:pt>
    <dgm:pt modelId="{13CAF90C-F0BD-4AA8-865A-29114C600F56}" type="parTrans" cxnId="{B14AD5C1-398F-47DC-869E-56FD5F6051B9}">
      <dgm:prSet/>
      <dgm:spPr/>
      <dgm:t>
        <a:bodyPr/>
        <a:lstStyle/>
        <a:p>
          <a:endParaRPr lang="en-US"/>
        </a:p>
      </dgm:t>
    </dgm:pt>
    <dgm:pt modelId="{CDA81B52-901B-4697-92CC-1693EA8B6029}" type="sibTrans" cxnId="{B14AD5C1-398F-47DC-869E-56FD5F6051B9}">
      <dgm:prSet/>
      <dgm:spPr/>
      <dgm:t>
        <a:bodyPr/>
        <a:lstStyle/>
        <a:p>
          <a:endParaRPr lang="en-US"/>
        </a:p>
      </dgm:t>
    </dgm:pt>
    <dgm:pt modelId="{64F85C76-A20B-4287-9F02-A486108F2D03}">
      <dgm:prSet phldrT="[Text]" phldr="0" custT="0"/>
      <dgm:spPr/>
      <dgm:t>
        <a:bodyPr vert="horz" wrap="square"/>
        <a:lstStyle/>
        <a:p>
          <a:pPr>
            <a:lnSpc>
              <a:spcPct val="100000"/>
            </a:lnSpc>
            <a:spcBef>
              <a:spcPct val="0"/>
            </a:spcBef>
            <a:spcAft>
              <a:spcPct val="35000"/>
            </a:spcAft>
          </a:pPr>
          <a:r>
            <a:rPr lang="en-US" b="1" dirty="0"/>
            <a:t>CURIOSITY</a:t>
          </a:r>
          <a:r>
            <a:rPr lang="en-US" dirty="0"/>
            <a:t> ?</a:t>
          </a:r>
        </a:p>
        <a:p>
          <a:pPr>
            <a:lnSpc>
              <a:spcPct val="100000"/>
            </a:lnSpc>
            <a:spcBef>
              <a:spcPct val="0"/>
            </a:spcBef>
            <a:spcAft>
              <a:spcPct val="35000"/>
            </a:spcAft>
          </a:pPr>
          <a:r>
            <a:rPr lang="en-US" dirty="0"/>
            <a:t>(Seed-Sowing)</a:t>
          </a:r>
        </a:p>
      </dgm:t>
    </dgm:pt>
    <dgm:pt modelId="{84960065-B67E-4622-B079-A9925199A635}" type="parTrans" cxnId="{18B8A905-7ACF-4D24-9D87-2F03DC7E8D2E}">
      <dgm:prSet/>
      <dgm:spPr/>
      <dgm:t>
        <a:bodyPr/>
        <a:lstStyle/>
        <a:p>
          <a:endParaRPr lang="en-US"/>
        </a:p>
      </dgm:t>
    </dgm:pt>
    <dgm:pt modelId="{193BEE6C-30AD-4465-B537-8CBEA52B76A4}" type="sibTrans" cxnId="{18B8A905-7ACF-4D24-9D87-2F03DC7E8D2E}">
      <dgm:prSet/>
      <dgm:spPr/>
      <dgm:t>
        <a:bodyPr/>
        <a:lstStyle/>
        <a:p>
          <a:endParaRPr lang="en-US"/>
        </a:p>
      </dgm:t>
    </dgm:pt>
    <dgm:pt modelId="{57A9EF5F-46F0-494C-99A6-2862D84442F1}">
      <dgm:prSet phldrT="[Text]" phldr="0" custT="0"/>
      <dgm:spPr/>
      <dgm:t>
        <a:bodyPr vert="horz" wrap="square"/>
        <a:lstStyle/>
        <a:p>
          <a:pPr>
            <a:lnSpc>
              <a:spcPct val="100000"/>
            </a:lnSpc>
            <a:spcBef>
              <a:spcPct val="0"/>
            </a:spcBef>
            <a:spcAft>
              <a:spcPct val="35000"/>
            </a:spcAft>
          </a:pPr>
          <a:r>
            <a:rPr lang="en-US" b="1" dirty="0"/>
            <a:t>INFORMATION</a:t>
          </a:r>
        </a:p>
        <a:p>
          <a:pPr>
            <a:lnSpc>
              <a:spcPct val="100000"/>
            </a:lnSpc>
            <a:spcBef>
              <a:spcPct val="0"/>
            </a:spcBef>
            <a:spcAft>
              <a:spcPct val="35000"/>
            </a:spcAft>
          </a:pPr>
          <a:r>
            <a:rPr lang="en-US" dirty="0"/>
            <a:t>(Watering )</a:t>
          </a:r>
        </a:p>
      </dgm:t>
    </dgm:pt>
    <dgm:pt modelId="{1E708E8C-CF85-41BA-8E14-E5D522EA2B00}" type="parTrans" cxnId="{C37089DD-38DB-49AB-BF18-27B7EDB56B5B}">
      <dgm:prSet/>
      <dgm:spPr/>
      <dgm:t>
        <a:bodyPr/>
        <a:lstStyle/>
        <a:p>
          <a:endParaRPr lang="en-US"/>
        </a:p>
      </dgm:t>
    </dgm:pt>
    <dgm:pt modelId="{7D2EEFEB-DB5E-4D58-9201-5B73791D214B}" type="sibTrans" cxnId="{C37089DD-38DB-49AB-BF18-27B7EDB56B5B}">
      <dgm:prSet/>
      <dgm:spPr/>
      <dgm:t>
        <a:bodyPr/>
        <a:lstStyle/>
        <a:p>
          <a:endParaRPr lang="en-US"/>
        </a:p>
      </dgm:t>
    </dgm:pt>
    <dgm:pt modelId="{10419387-0F11-4F64-8962-014A0019403A}">
      <dgm:prSet phldrT="[Text]" phldr="0" custT="0"/>
      <dgm:spPr/>
      <dgm:t>
        <a:bodyPr vert="horz" wrap="square"/>
        <a:lstStyle/>
        <a:p>
          <a:pPr>
            <a:lnSpc>
              <a:spcPct val="100000"/>
            </a:lnSpc>
            <a:spcBef>
              <a:spcPct val="0"/>
            </a:spcBef>
            <a:spcAft>
              <a:spcPct val="35000"/>
            </a:spcAft>
          </a:pPr>
          <a:r>
            <a:rPr lang="en-US" b="1" dirty="0"/>
            <a:t>WEIGHING</a:t>
          </a:r>
          <a:r>
            <a:rPr lang="en-US" dirty="0"/>
            <a:t> / </a:t>
          </a:r>
          <a:r>
            <a:rPr lang="en-US" b="1" dirty="0"/>
            <a:t>BALANCING</a:t>
          </a:r>
          <a:r>
            <a:rPr lang="en-US" dirty="0"/>
            <a:t> (Growing of the Seed)</a:t>
          </a:r>
        </a:p>
      </dgm:t>
    </dgm:pt>
    <dgm:pt modelId="{8CA9F619-BA0C-4427-88CD-F6CDBA629A4C}" type="parTrans" cxnId="{E507C2D8-C8DA-4347-883A-A0FCFE41661A}">
      <dgm:prSet/>
      <dgm:spPr/>
      <dgm:t>
        <a:bodyPr/>
        <a:lstStyle/>
        <a:p>
          <a:endParaRPr lang="en-US"/>
        </a:p>
      </dgm:t>
    </dgm:pt>
    <dgm:pt modelId="{EAB22CA7-47D5-481C-A03F-0AEB03291579}" type="sibTrans" cxnId="{E507C2D8-C8DA-4347-883A-A0FCFE41661A}">
      <dgm:prSet/>
      <dgm:spPr/>
      <dgm:t>
        <a:bodyPr/>
        <a:lstStyle/>
        <a:p>
          <a:endParaRPr lang="en-US"/>
        </a:p>
      </dgm:t>
    </dgm:pt>
    <dgm:pt modelId="{BB483CE2-D9EF-477B-94D5-0C77D2293F39}">
      <dgm:prSet phldrT="[Text]" phldr="0" custT="0"/>
      <dgm:spPr/>
      <dgm:t>
        <a:bodyPr vert="horz" wrap="square"/>
        <a:lstStyle/>
        <a:p>
          <a:pPr>
            <a:lnSpc>
              <a:spcPct val="100000"/>
            </a:lnSpc>
            <a:spcBef>
              <a:spcPct val="0"/>
            </a:spcBef>
            <a:spcAft>
              <a:spcPct val="35000"/>
            </a:spcAft>
          </a:pPr>
          <a:r>
            <a:rPr lang="en-US" b="1" dirty="0"/>
            <a:t>DECISION</a:t>
          </a:r>
          <a:r>
            <a:rPr lang="en-US" dirty="0"/>
            <a:t> TAKEN (Fruit Bearing)</a:t>
          </a:r>
        </a:p>
      </dgm:t>
    </dgm:pt>
    <dgm:pt modelId="{2C78B887-280E-4F64-A96D-497C86D30960}" type="parTrans" cxnId="{2FD1E98C-E8C4-4B9F-8C20-63B27FEE5CB0}">
      <dgm:prSet/>
      <dgm:spPr/>
      <dgm:t>
        <a:bodyPr/>
        <a:lstStyle/>
        <a:p>
          <a:endParaRPr lang="en-US"/>
        </a:p>
      </dgm:t>
    </dgm:pt>
    <dgm:pt modelId="{955A6D25-2D0C-46C0-A2AD-6FC6BD1D586B}" type="sibTrans" cxnId="{2FD1E98C-E8C4-4B9F-8C20-63B27FEE5CB0}">
      <dgm:prSet/>
      <dgm:spPr/>
      <dgm:t>
        <a:bodyPr/>
        <a:lstStyle/>
        <a:p>
          <a:endParaRPr lang="en-US"/>
        </a:p>
      </dgm:t>
    </dgm:pt>
    <dgm:pt modelId="{BC654D11-643F-4A64-8FC5-8CF74EFB8967}">
      <dgm:prSet phldr="0" custT="0"/>
      <dgm:spPr/>
      <dgm:t>
        <a:bodyPr vert="horz" wrap="square"/>
        <a:lstStyle/>
        <a:p>
          <a:pPr>
            <a:lnSpc>
              <a:spcPct val="100000"/>
            </a:lnSpc>
            <a:spcBef>
              <a:spcPct val="0"/>
            </a:spcBef>
            <a:spcAft>
              <a:spcPct val="35000"/>
            </a:spcAft>
          </a:pPr>
          <a:r>
            <a:rPr lang="en-US" b="1" dirty="0">
              <a:sym typeface="+mn-ea"/>
            </a:rPr>
            <a:t>COMMITTED</a:t>
          </a:r>
          <a:r>
            <a:rPr lang="en-US" dirty="0">
              <a:sym typeface="+mn-ea"/>
            </a:rPr>
            <a:t> LIFE TO CHRIST !</a:t>
          </a:r>
          <a:endParaRPr lang="en-US" dirty="0"/>
        </a:p>
      </dgm:t>
    </dgm:pt>
    <dgm:pt modelId="{6E17C7A3-0669-47B8-9119-67CA631C0334}" type="parTrans" cxnId="{7E2F3772-1EAA-458B-A910-9C76C8C2ED68}">
      <dgm:prSet/>
      <dgm:spPr/>
      <dgm:t>
        <a:bodyPr/>
        <a:lstStyle/>
        <a:p>
          <a:endParaRPr lang="en-US"/>
        </a:p>
      </dgm:t>
    </dgm:pt>
    <dgm:pt modelId="{B2126194-BEB2-4FF2-AC79-8B65C0EED95D}" type="sibTrans" cxnId="{7E2F3772-1EAA-458B-A910-9C76C8C2ED68}">
      <dgm:prSet/>
      <dgm:spPr/>
      <dgm:t>
        <a:bodyPr/>
        <a:lstStyle/>
        <a:p>
          <a:endParaRPr lang="en-US"/>
        </a:p>
      </dgm:t>
    </dgm:pt>
    <dgm:pt modelId="{0E0E8C52-A67D-4A81-8633-6D2E65B1F2D7}" type="pres">
      <dgm:prSet presAssocID="{91B7D373-6B34-4A6E-9D95-DDAA8A929D39}" presName="diagram" presStyleCnt="0">
        <dgm:presLayoutVars>
          <dgm:dir/>
          <dgm:resizeHandles val="exact"/>
        </dgm:presLayoutVars>
      </dgm:prSet>
      <dgm:spPr/>
      <dgm:t>
        <a:bodyPr/>
        <a:lstStyle/>
        <a:p>
          <a:endParaRPr lang="en-US"/>
        </a:p>
      </dgm:t>
    </dgm:pt>
    <dgm:pt modelId="{4E38F88D-17EC-452A-AE1D-00A9B389DB57}" type="pres">
      <dgm:prSet presAssocID="{43139C5B-62FB-4091-8D24-8924780DF65F}" presName="node" presStyleLbl="node1" presStyleIdx="0" presStyleCnt="6" custScaleX="79323" custScaleY="100157">
        <dgm:presLayoutVars>
          <dgm:bulletEnabled val="1"/>
        </dgm:presLayoutVars>
      </dgm:prSet>
      <dgm:spPr/>
      <dgm:t>
        <a:bodyPr/>
        <a:lstStyle/>
        <a:p>
          <a:endParaRPr lang="en-US"/>
        </a:p>
      </dgm:t>
    </dgm:pt>
    <dgm:pt modelId="{5BC51AB9-B6D9-4268-B253-795760B8824A}" type="pres">
      <dgm:prSet presAssocID="{CDA81B52-901B-4697-92CC-1693EA8B6029}" presName="sibTrans" presStyleLbl="sibTrans2D1" presStyleIdx="0" presStyleCnt="5"/>
      <dgm:spPr/>
      <dgm:t>
        <a:bodyPr/>
        <a:lstStyle/>
        <a:p>
          <a:endParaRPr lang="en-US"/>
        </a:p>
      </dgm:t>
    </dgm:pt>
    <dgm:pt modelId="{69B4A2BD-6146-496A-A65D-190E125D4EC8}" type="pres">
      <dgm:prSet presAssocID="{CDA81B52-901B-4697-92CC-1693EA8B6029}" presName="connectorText" presStyleLbl="sibTrans2D1" presStyleIdx="0" presStyleCnt="5"/>
      <dgm:spPr/>
      <dgm:t>
        <a:bodyPr/>
        <a:lstStyle/>
        <a:p>
          <a:endParaRPr lang="en-US"/>
        </a:p>
      </dgm:t>
    </dgm:pt>
    <dgm:pt modelId="{712BAE3A-E4FE-41EA-8334-63B0CBF0A033}" type="pres">
      <dgm:prSet presAssocID="{64F85C76-A20B-4287-9F02-A486108F2D03}" presName="node" presStyleLbl="node1" presStyleIdx="1" presStyleCnt="6">
        <dgm:presLayoutVars>
          <dgm:bulletEnabled val="1"/>
        </dgm:presLayoutVars>
      </dgm:prSet>
      <dgm:spPr/>
      <dgm:t>
        <a:bodyPr/>
        <a:lstStyle/>
        <a:p>
          <a:endParaRPr lang="en-US"/>
        </a:p>
      </dgm:t>
    </dgm:pt>
    <dgm:pt modelId="{7A047547-076D-47A6-9040-35EE3F8A7BC4}" type="pres">
      <dgm:prSet presAssocID="{193BEE6C-30AD-4465-B537-8CBEA52B76A4}" presName="sibTrans" presStyleLbl="sibTrans2D1" presStyleIdx="1" presStyleCnt="5"/>
      <dgm:spPr/>
      <dgm:t>
        <a:bodyPr/>
        <a:lstStyle/>
        <a:p>
          <a:endParaRPr lang="en-US"/>
        </a:p>
      </dgm:t>
    </dgm:pt>
    <dgm:pt modelId="{729CA08D-C107-4CE8-8AB3-385541727DA2}" type="pres">
      <dgm:prSet presAssocID="{193BEE6C-30AD-4465-B537-8CBEA52B76A4}" presName="connectorText" presStyleLbl="sibTrans2D1" presStyleIdx="1" presStyleCnt="5"/>
      <dgm:spPr/>
      <dgm:t>
        <a:bodyPr/>
        <a:lstStyle/>
        <a:p>
          <a:endParaRPr lang="en-US"/>
        </a:p>
      </dgm:t>
    </dgm:pt>
    <dgm:pt modelId="{55F26D06-1393-416B-92F3-B1FF848709D7}" type="pres">
      <dgm:prSet presAssocID="{57A9EF5F-46F0-494C-99A6-2862D84442F1}" presName="node" presStyleLbl="node1" presStyleIdx="2" presStyleCnt="6">
        <dgm:presLayoutVars>
          <dgm:bulletEnabled val="1"/>
        </dgm:presLayoutVars>
      </dgm:prSet>
      <dgm:spPr/>
      <dgm:t>
        <a:bodyPr/>
        <a:lstStyle/>
        <a:p>
          <a:endParaRPr lang="en-US"/>
        </a:p>
      </dgm:t>
    </dgm:pt>
    <dgm:pt modelId="{84706952-1D53-4E08-B3BF-0B4E461B4373}" type="pres">
      <dgm:prSet presAssocID="{7D2EEFEB-DB5E-4D58-9201-5B73791D214B}" presName="sibTrans" presStyleLbl="sibTrans2D1" presStyleIdx="2" presStyleCnt="5"/>
      <dgm:spPr/>
      <dgm:t>
        <a:bodyPr/>
        <a:lstStyle/>
        <a:p>
          <a:endParaRPr lang="en-US"/>
        </a:p>
      </dgm:t>
    </dgm:pt>
    <dgm:pt modelId="{0C6B9EDD-0CAC-48A4-A9EA-CFA427EB1781}" type="pres">
      <dgm:prSet presAssocID="{7D2EEFEB-DB5E-4D58-9201-5B73791D214B}" presName="connectorText" presStyleLbl="sibTrans2D1" presStyleIdx="2" presStyleCnt="5"/>
      <dgm:spPr/>
      <dgm:t>
        <a:bodyPr/>
        <a:lstStyle/>
        <a:p>
          <a:endParaRPr lang="en-US"/>
        </a:p>
      </dgm:t>
    </dgm:pt>
    <dgm:pt modelId="{E161C3CB-05BA-4401-B570-318169151DFD}" type="pres">
      <dgm:prSet presAssocID="{10419387-0F11-4F64-8962-014A0019403A}" presName="node" presStyleLbl="node1" presStyleIdx="3" presStyleCnt="6">
        <dgm:presLayoutVars>
          <dgm:bulletEnabled val="1"/>
        </dgm:presLayoutVars>
      </dgm:prSet>
      <dgm:spPr/>
      <dgm:t>
        <a:bodyPr/>
        <a:lstStyle/>
        <a:p>
          <a:endParaRPr lang="en-US"/>
        </a:p>
      </dgm:t>
    </dgm:pt>
    <dgm:pt modelId="{89C7543E-F329-4A11-98FA-23BD32C24BFC}" type="pres">
      <dgm:prSet presAssocID="{EAB22CA7-47D5-481C-A03F-0AEB03291579}" presName="sibTrans" presStyleLbl="sibTrans2D1" presStyleIdx="3" presStyleCnt="5"/>
      <dgm:spPr/>
      <dgm:t>
        <a:bodyPr/>
        <a:lstStyle/>
        <a:p>
          <a:endParaRPr lang="en-US"/>
        </a:p>
      </dgm:t>
    </dgm:pt>
    <dgm:pt modelId="{C5CF57D7-9216-4C5C-94F3-BA7E574FB173}" type="pres">
      <dgm:prSet presAssocID="{EAB22CA7-47D5-481C-A03F-0AEB03291579}" presName="connectorText" presStyleLbl="sibTrans2D1" presStyleIdx="3" presStyleCnt="5"/>
      <dgm:spPr/>
      <dgm:t>
        <a:bodyPr/>
        <a:lstStyle/>
        <a:p>
          <a:endParaRPr lang="en-US"/>
        </a:p>
      </dgm:t>
    </dgm:pt>
    <dgm:pt modelId="{D598F045-5E91-4AD5-ABCC-7D9F7480723D}" type="pres">
      <dgm:prSet presAssocID="{BB483CE2-D9EF-477B-94D5-0C77D2293F39}" presName="node" presStyleLbl="node1" presStyleIdx="4" presStyleCnt="6">
        <dgm:presLayoutVars>
          <dgm:bulletEnabled val="1"/>
        </dgm:presLayoutVars>
      </dgm:prSet>
      <dgm:spPr/>
      <dgm:t>
        <a:bodyPr/>
        <a:lstStyle/>
        <a:p>
          <a:endParaRPr lang="en-US"/>
        </a:p>
      </dgm:t>
    </dgm:pt>
    <dgm:pt modelId="{157BE99B-167E-4298-965C-D01035C69F4F}" type="pres">
      <dgm:prSet presAssocID="{955A6D25-2D0C-46C0-A2AD-6FC6BD1D586B}" presName="sibTrans" presStyleLbl="sibTrans2D1" presStyleIdx="4" presStyleCnt="5"/>
      <dgm:spPr/>
      <dgm:t>
        <a:bodyPr/>
        <a:lstStyle/>
        <a:p>
          <a:endParaRPr lang="en-US"/>
        </a:p>
      </dgm:t>
    </dgm:pt>
    <dgm:pt modelId="{F3348188-2263-4A10-9EFB-6FE307217843}" type="pres">
      <dgm:prSet presAssocID="{955A6D25-2D0C-46C0-A2AD-6FC6BD1D586B}" presName="connectorText" presStyleLbl="sibTrans2D1" presStyleIdx="4" presStyleCnt="5"/>
      <dgm:spPr/>
      <dgm:t>
        <a:bodyPr/>
        <a:lstStyle/>
        <a:p>
          <a:endParaRPr lang="en-US"/>
        </a:p>
      </dgm:t>
    </dgm:pt>
    <dgm:pt modelId="{C00B41D4-442B-4970-A8F4-0D42B5FF5262}" type="pres">
      <dgm:prSet presAssocID="{BC654D11-643F-4A64-8FC5-8CF74EFB8967}" presName="node" presStyleLbl="node1" presStyleIdx="5" presStyleCnt="6">
        <dgm:presLayoutVars>
          <dgm:bulletEnabled val="1"/>
        </dgm:presLayoutVars>
      </dgm:prSet>
      <dgm:spPr/>
      <dgm:t>
        <a:bodyPr/>
        <a:lstStyle/>
        <a:p>
          <a:endParaRPr lang="en-US"/>
        </a:p>
      </dgm:t>
    </dgm:pt>
  </dgm:ptLst>
  <dgm:cxnLst>
    <dgm:cxn modelId="{9464896A-8557-45F1-B972-37089F4CB6A8}" type="presOf" srcId="{CDA81B52-901B-4697-92CC-1693EA8B6029}" destId="{69B4A2BD-6146-496A-A65D-190E125D4EC8}" srcOrd="1" destOrd="0" presId="urn:microsoft.com/office/officeart/2005/8/layout/process5#1"/>
    <dgm:cxn modelId="{F111B67F-420C-4314-B03B-85FA656859FE}" type="presOf" srcId="{955A6D25-2D0C-46C0-A2AD-6FC6BD1D586B}" destId="{F3348188-2263-4A10-9EFB-6FE307217843}" srcOrd="1" destOrd="0" presId="urn:microsoft.com/office/officeart/2005/8/layout/process5#1"/>
    <dgm:cxn modelId="{18B8A905-7ACF-4D24-9D87-2F03DC7E8D2E}" srcId="{91B7D373-6B34-4A6E-9D95-DDAA8A929D39}" destId="{64F85C76-A20B-4287-9F02-A486108F2D03}" srcOrd="1" destOrd="0" parTransId="{84960065-B67E-4622-B079-A9925199A635}" sibTransId="{193BEE6C-30AD-4465-B537-8CBEA52B76A4}"/>
    <dgm:cxn modelId="{471D8D96-647D-4917-9C66-3D8D359954E5}" type="presOf" srcId="{91B7D373-6B34-4A6E-9D95-DDAA8A929D39}" destId="{0E0E8C52-A67D-4A81-8633-6D2E65B1F2D7}" srcOrd="0" destOrd="0" presId="urn:microsoft.com/office/officeart/2005/8/layout/process5#1"/>
    <dgm:cxn modelId="{B14AD5C1-398F-47DC-869E-56FD5F6051B9}" srcId="{91B7D373-6B34-4A6E-9D95-DDAA8A929D39}" destId="{43139C5B-62FB-4091-8D24-8924780DF65F}" srcOrd="0" destOrd="0" parTransId="{13CAF90C-F0BD-4AA8-865A-29114C600F56}" sibTransId="{CDA81B52-901B-4697-92CC-1693EA8B6029}"/>
    <dgm:cxn modelId="{C37089DD-38DB-49AB-BF18-27B7EDB56B5B}" srcId="{91B7D373-6B34-4A6E-9D95-DDAA8A929D39}" destId="{57A9EF5F-46F0-494C-99A6-2862D84442F1}" srcOrd="2" destOrd="0" parTransId="{1E708E8C-CF85-41BA-8E14-E5D522EA2B00}" sibTransId="{7D2EEFEB-DB5E-4D58-9201-5B73791D214B}"/>
    <dgm:cxn modelId="{2FD1E98C-E8C4-4B9F-8C20-63B27FEE5CB0}" srcId="{91B7D373-6B34-4A6E-9D95-DDAA8A929D39}" destId="{BB483CE2-D9EF-477B-94D5-0C77D2293F39}" srcOrd="4" destOrd="0" parTransId="{2C78B887-280E-4F64-A96D-497C86D30960}" sibTransId="{955A6D25-2D0C-46C0-A2AD-6FC6BD1D586B}"/>
    <dgm:cxn modelId="{D92E7662-3888-461D-9D0D-159649318618}" type="presOf" srcId="{10419387-0F11-4F64-8962-014A0019403A}" destId="{E161C3CB-05BA-4401-B570-318169151DFD}" srcOrd="0" destOrd="0" presId="urn:microsoft.com/office/officeart/2005/8/layout/process5#1"/>
    <dgm:cxn modelId="{12A65E13-5C75-4A3D-B327-2B6C4AAF7FA8}" type="presOf" srcId="{EAB22CA7-47D5-481C-A03F-0AEB03291579}" destId="{89C7543E-F329-4A11-98FA-23BD32C24BFC}" srcOrd="0" destOrd="0" presId="urn:microsoft.com/office/officeart/2005/8/layout/process5#1"/>
    <dgm:cxn modelId="{BD58F81D-515E-440C-82CF-00AA471EF6DD}" type="presOf" srcId="{193BEE6C-30AD-4465-B537-8CBEA52B76A4}" destId="{7A047547-076D-47A6-9040-35EE3F8A7BC4}" srcOrd="0" destOrd="0" presId="urn:microsoft.com/office/officeart/2005/8/layout/process5#1"/>
    <dgm:cxn modelId="{E720BB39-6080-4DA3-B4E0-41F239DFB672}" type="presOf" srcId="{EAB22CA7-47D5-481C-A03F-0AEB03291579}" destId="{C5CF57D7-9216-4C5C-94F3-BA7E574FB173}" srcOrd="1" destOrd="0" presId="urn:microsoft.com/office/officeart/2005/8/layout/process5#1"/>
    <dgm:cxn modelId="{AAC70526-2DE9-4237-9EC2-667E6B19662D}" type="presOf" srcId="{BC654D11-643F-4A64-8FC5-8CF74EFB8967}" destId="{C00B41D4-442B-4970-A8F4-0D42B5FF5262}" srcOrd="0" destOrd="0" presId="urn:microsoft.com/office/officeart/2005/8/layout/process5#1"/>
    <dgm:cxn modelId="{0E409263-F2A8-4FCD-8CE7-A0070D230948}" type="presOf" srcId="{CDA81B52-901B-4697-92CC-1693EA8B6029}" destId="{5BC51AB9-B6D9-4268-B253-795760B8824A}" srcOrd="0" destOrd="0" presId="urn:microsoft.com/office/officeart/2005/8/layout/process5#1"/>
    <dgm:cxn modelId="{B2DA3629-C323-40CA-813A-00EA173BDB3F}" type="presOf" srcId="{7D2EEFEB-DB5E-4D58-9201-5B73791D214B}" destId="{84706952-1D53-4E08-B3BF-0B4E461B4373}" srcOrd="0" destOrd="0" presId="urn:microsoft.com/office/officeart/2005/8/layout/process5#1"/>
    <dgm:cxn modelId="{0568AFFE-D472-4F9B-98C0-E5B2DAE051C2}" type="presOf" srcId="{57A9EF5F-46F0-494C-99A6-2862D84442F1}" destId="{55F26D06-1393-416B-92F3-B1FF848709D7}" srcOrd="0" destOrd="0" presId="urn:microsoft.com/office/officeart/2005/8/layout/process5#1"/>
    <dgm:cxn modelId="{E507C2D8-C8DA-4347-883A-A0FCFE41661A}" srcId="{91B7D373-6B34-4A6E-9D95-DDAA8A929D39}" destId="{10419387-0F11-4F64-8962-014A0019403A}" srcOrd="3" destOrd="0" parTransId="{8CA9F619-BA0C-4427-88CD-F6CDBA629A4C}" sibTransId="{EAB22CA7-47D5-481C-A03F-0AEB03291579}"/>
    <dgm:cxn modelId="{3343F6E6-1225-4040-A810-8F1B41831536}" type="presOf" srcId="{955A6D25-2D0C-46C0-A2AD-6FC6BD1D586B}" destId="{157BE99B-167E-4298-965C-D01035C69F4F}" srcOrd="0" destOrd="0" presId="urn:microsoft.com/office/officeart/2005/8/layout/process5#1"/>
    <dgm:cxn modelId="{C14F236F-EF4E-451F-A292-25F6D3AEAAB9}" type="presOf" srcId="{BB483CE2-D9EF-477B-94D5-0C77D2293F39}" destId="{D598F045-5E91-4AD5-ABCC-7D9F7480723D}" srcOrd="0" destOrd="0" presId="urn:microsoft.com/office/officeart/2005/8/layout/process5#1"/>
    <dgm:cxn modelId="{9A7367E7-B44E-4DD4-BB0E-A9EB9BA5FED1}" type="presOf" srcId="{43139C5B-62FB-4091-8D24-8924780DF65F}" destId="{4E38F88D-17EC-452A-AE1D-00A9B389DB57}" srcOrd="0" destOrd="0" presId="urn:microsoft.com/office/officeart/2005/8/layout/process5#1"/>
    <dgm:cxn modelId="{50864ED3-B787-47BD-89B3-DAD9F46F8F37}" type="presOf" srcId="{7D2EEFEB-DB5E-4D58-9201-5B73791D214B}" destId="{0C6B9EDD-0CAC-48A4-A9EA-CFA427EB1781}" srcOrd="1" destOrd="0" presId="urn:microsoft.com/office/officeart/2005/8/layout/process5#1"/>
    <dgm:cxn modelId="{7E2F3772-1EAA-458B-A910-9C76C8C2ED68}" srcId="{91B7D373-6B34-4A6E-9D95-DDAA8A929D39}" destId="{BC654D11-643F-4A64-8FC5-8CF74EFB8967}" srcOrd="5" destOrd="0" parTransId="{6E17C7A3-0669-47B8-9119-67CA631C0334}" sibTransId="{B2126194-BEB2-4FF2-AC79-8B65C0EED95D}"/>
    <dgm:cxn modelId="{C276AEAC-B8AB-46CE-AECD-C67F9DDE7DA2}" type="presOf" srcId="{193BEE6C-30AD-4465-B537-8CBEA52B76A4}" destId="{729CA08D-C107-4CE8-8AB3-385541727DA2}" srcOrd="1" destOrd="0" presId="urn:microsoft.com/office/officeart/2005/8/layout/process5#1"/>
    <dgm:cxn modelId="{7548AB92-05A6-4026-A859-BA7ADC6F75AE}" type="presOf" srcId="{64F85C76-A20B-4287-9F02-A486108F2D03}" destId="{712BAE3A-E4FE-41EA-8334-63B0CBF0A033}" srcOrd="0" destOrd="0" presId="urn:microsoft.com/office/officeart/2005/8/layout/process5#1"/>
    <dgm:cxn modelId="{FAC52506-F4B3-4A8D-B994-02420B8EC481}" type="presParOf" srcId="{0E0E8C52-A67D-4A81-8633-6D2E65B1F2D7}" destId="{4E38F88D-17EC-452A-AE1D-00A9B389DB57}" srcOrd="0" destOrd="0" presId="urn:microsoft.com/office/officeart/2005/8/layout/process5#1"/>
    <dgm:cxn modelId="{37EF1898-3E6D-4B17-A91D-ECFE27C8D519}" type="presParOf" srcId="{0E0E8C52-A67D-4A81-8633-6D2E65B1F2D7}" destId="{5BC51AB9-B6D9-4268-B253-795760B8824A}" srcOrd="1" destOrd="0" presId="urn:microsoft.com/office/officeart/2005/8/layout/process5#1"/>
    <dgm:cxn modelId="{B8DE2486-A148-404E-8A39-D72DBF3CD8FD}" type="presParOf" srcId="{5BC51AB9-B6D9-4268-B253-795760B8824A}" destId="{69B4A2BD-6146-496A-A65D-190E125D4EC8}" srcOrd="0" destOrd="0" presId="urn:microsoft.com/office/officeart/2005/8/layout/process5#1"/>
    <dgm:cxn modelId="{85CE6478-A3C4-44DE-A3EA-BC7825BAC1BD}" type="presParOf" srcId="{0E0E8C52-A67D-4A81-8633-6D2E65B1F2D7}" destId="{712BAE3A-E4FE-41EA-8334-63B0CBF0A033}" srcOrd="2" destOrd="0" presId="urn:microsoft.com/office/officeart/2005/8/layout/process5#1"/>
    <dgm:cxn modelId="{C8E07ABE-C146-4846-BCA1-092B72A78438}" type="presParOf" srcId="{0E0E8C52-A67D-4A81-8633-6D2E65B1F2D7}" destId="{7A047547-076D-47A6-9040-35EE3F8A7BC4}" srcOrd="3" destOrd="0" presId="urn:microsoft.com/office/officeart/2005/8/layout/process5#1"/>
    <dgm:cxn modelId="{42DF0745-8B68-4750-BE60-AF5B9C842190}" type="presParOf" srcId="{7A047547-076D-47A6-9040-35EE3F8A7BC4}" destId="{729CA08D-C107-4CE8-8AB3-385541727DA2}" srcOrd="0" destOrd="0" presId="urn:microsoft.com/office/officeart/2005/8/layout/process5#1"/>
    <dgm:cxn modelId="{CE1FD6CD-165F-4919-A228-C37744B6CE55}" type="presParOf" srcId="{0E0E8C52-A67D-4A81-8633-6D2E65B1F2D7}" destId="{55F26D06-1393-416B-92F3-B1FF848709D7}" srcOrd="4" destOrd="0" presId="urn:microsoft.com/office/officeart/2005/8/layout/process5#1"/>
    <dgm:cxn modelId="{62E8B308-39D3-4245-AA91-EA1262FB8441}" type="presParOf" srcId="{0E0E8C52-A67D-4A81-8633-6D2E65B1F2D7}" destId="{84706952-1D53-4E08-B3BF-0B4E461B4373}" srcOrd="5" destOrd="0" presId="urn:microsoft.com/office/officeart/2005/8/layout/process5#1"/>
    <dgm:cxn modelId="{CD41FB53-CD8B-48F8-8CD4-6B096858FC78}" type="presParOf" srcId="{84706952-1D53-4E08-B3BF-0B4E461B4373}" destId="{0C6B9EDD-0CAC-48A4-A9EA-CFA427EB1781}" srcOrd="0" destOrd="0" presId="urn:microsoft.com/office/officeart/2005/8/layout/process5#1"/>
    <dgm:cxn modelId="{32CC7993-8A74-487A-A430-B7CFD0FEB6ED}" type="presParOf" srcId="{0E0E8C52-A67D-4A81-8633-6D2E65B1F2D7}" destId="{E161C3CB-05BA-4401-B570-318169151DFD}" srcOrd="6" destOrd="0" presId="urn:microsoft.com/office/officeart/2005/8/layout/process5#1"/>
    <dgm:cxn modelId="{5F27C3E7-1987-4E7A-AEF5-2A9B64933F48}" type="presParOf" srcId="{0E0E8C52-A67D-4A81-8633-6D2E65B1F2D7}" destId="{89C7543E-F329-4A11-98FA-23BD32C24BFC}" srcOrd="7" destOrd="0" presId="urn:microsoft.com/office/officeart/2005/8/layout/process5#1"/>
    <dgm:cxn modelId="{90EAA499-2DEA-4AD5-B245-4714A1118621}" type="presParOf" srcId="{89C7543E-F329-4A11-98FA-23BD32C24BFC}" destId="{C5CF57D7-9216-4C5C-94F3-BA7E574FB173}" srcOrd="0" destOrd="0" presId="urn:microsoft.com/office/officeart/2005/8/layout/process5#1"/>
    <dgm:cxn modelId="{283E53AB-8CAC-4F39-BFD8-7B2C1736ECE3}" type="presParOf" srcId="{0E0E8C52-A67D-4A81-8633-6D2E65B1F2D7}" destId="{D598F045-5E91-4AD5-ABCC-7D9F7480723D}" srcOrd="8" destOrd="0" presId="urn:microsoft.com/office/officeart/2005/8/layout/process5#1"/>
    <dgm:cxn modelId="{8A9FC9E7-C098-4B65-B951-CB69EBC5995F}" type="presParOf" srcId="{0E0E8C52-A67D-4A81-8633-6D2E65B1F2D7}" destId="{157BE99B-167E-4298-965C-D01035C69F4F}" srcOrd="9" destOrd="0" presId="urn:microsoft.com/office/officeart/2005/8/layout/process5#1"/>
    <dgm:cxn modelId="{363BB14E-3649-4BA0-82AE-03338386E63F}" type="presParOf" srcId="{157BE99B-167E-4298-965C-D01035C69F4F}" destId="{F3348188-2263-4A10-9EFB-6FE307217843}" srcOrd="0" destOrd="0" presId="urn:microsoft.com/office/officeart/2005/8/layout/process5#1"/>
    <dgm:cxn modelId="{25FB1FA2-8F94-4E7F-82CB-778A08F96257}" type="presParOf" srcId="{0E0E8C52-A67D-4A81-8633-6D2E65B1F2D7}" destId="{C00B41D4-442B-4970-A8F4-0D42B5FF5262}" srcOrd="10" destOrd="0" presId="urn:microsoft.com/office/officeart/2005/8/layout/process5#1"/>
  </dgm:cxnLst>
  <dgm:bg/>
  <dgm:whole/>
  <dgm:extLst>
    <a:ext uri="http://schemas.microsoft.com/office/drawing/2008/diagram">
      <dsp:dataModelExt xmlns:dsp="http://schemas.microsoft.com/office/drawing/2008/diagram" xmlns=""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705CA5B-BAAE-4FE9-8EDA-17D4B354CAAF}" type="doc">
      <dgm:prSet loTypeId="urn:microsoft.com/office/officeart/2005/8/layout/venn1" loCatId="relationship" qsTypeId="urn:microsoft.com/office/officeart/2005/8/quickstyle/simple1#1" qsCatId="simple" csTypeId="urn:microsoft.com/office/officeart/2005/8/colors/colorful2#1" csCatId="colorful" phldr="1"/>
      <dgm:spPr/>
    </dgm:pt>
    <dgm:pt modelId="{E7C7CB17-4125-4285-9929-6D02FEFC086A}">
      <dgm:prSet phldrT="[Text]" custT="1"/>
      <dgm:spPr/>
      <dgm:t>
        <a:bodyPr/>
        <a:lstStyle/>
        <a:p>
          <a:r>
            <a:rPr lang="en-US" sz="2000" b="1" i="1" dirty="0" smtClean="0">
              <a:solidFill>
                <a:schemeClr val="accent2">
                  <a:lumMod val="75000"/>
                </a:schemeClr>
              </a:solidFill>
              <a:latin typeface="Baskerville Old Face" pitchFamily="18" charset="0"/>
            </a:rPr>
            <a:t>PASSION </a:t>
          </a:r>
        </a:p>
        <a:p>
          <a:r>
            <a:rPr lang="en-US" sz="2000" b="1" dirty="0" smtClean="0">
              <a:solidFill>
                <a:schemeClr val="accent2">
                  <a:lumMod val="75000"/>
                </a:schemeClr>
              </a:solidFill>
              <a:latin typeface="Baskerville Old Face" pitchFamily="18" charset="0"/>
            </a:rPr>
            <a:t>what you love</a:t>
          </a:r>
          <a:endParaRPr lang="en-US" sz="2000" b="1" dirty="0">
            <a:solidFill>
              <a:schemeClr val="accent2">
                <a:lumMod val="75000"/>
              </a:schemeClr>
            </a:solidFill>
            <a:latin typeface="Baskerville Old Face" pitchFamily="18" charset="0"/>
          </a:endParaRPr>
        </a:p>
      </dgm:t>
    </dgm:pt>
    <dgm:pt modelId="{E02BB2B0-5B15-48A5-91B5-E7C3AB989A04}" type="parTrans" cxnId="{BB295935-9815-4EF8-89A8-3481317C0F98}">
      <dgm:prSet/>
      <dgm:spPr/>
      <dgm:t>
        <a:bodyPr/>
        <a:lstStyle/>
        <a:p>
          <a:endParaRPr lang="en-US"/>
        </a:p>
      </dgm:t>
    </dgm:pt>
    <dgm:pt modelId="{AA2F730C-E49D-4481-A5C0-59BF03A24467}" type="sibTrans" cxnId="{BB295935-9815-4EF8-89A8-3481317C0F98}">
      <dgm:prSet/>
      <dgm:spPr/>
      <dgm:t>
        <a:bodyPr/>
        <a:lstStyle/>
        <a:p>
          <a:endParaRPr lang="en-US"/>
        </a:p>
      </dgm:t>
    </dgm:pt>
    <dgm:pt modelId="{2674E28F-2F40-468C-8EB5-84F6128AB20A}">
      <dgm:prSet phldrT="[Text]" custT="1"/>
      <dgm:spPr/>
      <dgm:t>
        <a:bodyPr/>
        <a:lstStyle/>
        <a:p>
          <a:r>
            <a:rPr lang="en-US" sz="2000" b="1" i="1" dirty="0" smtClean="0">
              <a:solidFill>
                <a:schemeClr val="accent2">
                  <a:lumMod val="75000"/>
                </a:schemeClr>
              </a:solidFill>
            </a:rPr>
            <a:t>VISION </a:t>
          </a:r>
          <a:r>
            <a:rPr lang="en-US" sz="2000" b="1" dirty="0" smtClean="0">
              <a:solidFill>
                <a:schemeClr val="accent2">
                  <a:lumMod val="75000"/>
                </a:schemeClr>
              </a:solidFill>
              <a:latin typeface="Baskerville Old Face" pitchFamily="18" charset="0"/>
            </a:rPr>
            <a:t>your</a:t>
          </a:r>
          <a:r>
            <a:rPr lang="en-US" sz="2000" b="1" dirty="0" smtClean="0">
              <a:solidFill>
                <a:schemeClr val="accent2">
                  <a:lumMod val="75000"/>
                </a:schemeClr>
              </a:solidFill>
            </a:rPr>
            <a:t> very own</a:t>
          </a:r>
          <a:endParaRPr lang="en-US" sz="2000" b="1" dirty="0">
            <a:solidFill>
              <a:schemeClr val="accent2">
                <a:lumMod val="75000"/>
              </a:schemeClr>
            </a:solidFill>
          </a:endParaRPr>
        </a:p>
      </dgm:t>
    </dgm:pt>
    <dgm:pt modelId="{28CC8DC1-6F49-4A66-89B5-B81401B67F76}" type="parTrans" cxnId="{58004CBB-FB6F-48B9-B878-F2E0FAFFC5A8}">
      <dgm:prSet/>
      <dgm:spPr/>
      <dgm:t>
        <a:bodyPr/>
        <a:lstStyle/>
        <a:p>
          <a:endParaRPr lang="en-US"/>
        </a:p>
      </dgm:t>
    </dgm:pt>
    <dgm:pt modelId="{90186909-3611-4680-B833-28BFD2AACAB8}" type="sibTrans" cxnId="{58004CBB-FB6F-48B9-B878-F2E0FAFFC5A8}">
      <dgm:prSet/>
      <dgm:spPr/>
      <dgm:t>
        <a:bodyPr/>
        <a:lstStyle/>
        <a:p>
          <a:endParaRPr lang="en-US"/>
        </a:p>
      </dgm:t>
    </dgm:pt>
    <dgm:pt modelId="{93AED4FB-EED0-4007-863B-08B0BA3B4F17}">
      <dgm:prSet phldrT="[Text]" custT="1"/>
      <dgm:spPr/>
      <dgm:t>
        <a:bodyPr/>
        <a:lstStyle/>
        <a:p>
          <a:r>
            <a:rPr lang="en-US" sz="2000" b="1" i="1" dirty="0" smtClean="0">
              <a:solidFill>
                <a:schemeClr val="accent2">
                  <a:lumMod val="75000"/>
                </a:schemeClr>
              </a:solidFill>
              <a:latin typeface="Baskerville Old Face" pitchFamily="18" charset="0"/>
            </a:rPr>
            <a:t>VOCATION</a:t>
          </a:r>
        </a:p>
        <a:p>
          <a:r>
            <a:rPr lang="en-US" sz="1300" dirty="0" smtClean="0"/>
            <a:t>What you are good at</a:t>
          </a:r>
          <a:endParaRPr lang="en-US" sz="1300" dirty="0"/>
        </a:p>
      </dgm:t>
    </dgm:pt>
    <dgm:pt modelId="{654768B9-AD6E-41DE-8109-CEE62B34F63C}" type="parTrans" cxnId="{51F7FCD4-18EC-4F35-B9AD-E1B98C40A051}">
      <dgm:prSet/>
      <dgm:spPr/>
      <dgm:t>
        <a:bodyPr/>
        <a:lstStyle/>
        <a:p>
          <a:endParaRPr lang="en-US"/>
        </a:p>
      </dgm:t>
    </dgm:pt>
    <dgm:pt modelId="{A2CC245E-B988-4131-8841-1CAB90512E42}" type="sibTrans" cxnId="{51F7FCD4-18EC-4F35-B9AD-E1B98C40A051}">
      <dgm:prSet/>
      <dgm:spPr/>
      <dgm:t>
        <a:bodyPr/>
        <a:lstStyle/>
        <a:p>
          <a:endParaRPr lang="en-US"/>
        </a:p>
      </dgm:t>
    </dgm:pt>
    <dgm:pt modelId="{D1DD27C9-C737-4AFF-ACF8-38E4501455FA}">
      <dgm:prSet custT="1"/>
      <dgm:spPr/>
      <dgm:t>
        <a:bodyPr/>
        <a:lstStyle/>
        <a:p>
          <a:r>
            <a:rPr lang="en-US" sz="2000" b="1" i="1" dirty="0" smtClean="0">
              <a:solidFill>
                <a:schemeClr val="accent2">
                  <a:lumMod val="75000"/>
                </a:schemeClr>
              </a:solidFill>
              <a:latin typeface="Baskerville Old Face" pitchFamily="18" charset="0"/>
            </a:rPr>
            <a:t>MISSION</a:t>
          </a:r>
          <a:r>
            <a:rPr lang="en-US" sz="1600" b="1" i="1" dirty="0" smtClean="0"/>
            <a:t> </a:t>
          </a:r>
          <a:r>
            <a:rPr lang="en-US" sz="1800" i="1" dirty="0" smtClean="0"/>
            <a:t> </a:t>
          </a:r>
          <a:r>
            <a:rPr lang="en-US" sz="1300" dirty="0" smtClean="0"/>
            <a:t>what the world needs</a:t>
          </a:r>
          <a:endParaRPr lang="en-US" sz="1300" dirty="0"/>
        </a:p>
      </dgm:t>
    </dgm:pt>
    <dgm:pt modelId="{63E77130-BE32-40AF-9832-99AA2F964931}" type="parTrans" cxnId="{D5672D27-F575-4A20-A845-17B9902FF813}">
      <dgm:prSet/>
      <dgm:spPr/>
      <dgm:t>
        <a:bodyPr/>
        <a:lstStyle/>
        <a:p>
          <a:endParaRPr lang="en-US"/>
        </a:p>
      </dgm:t>
    </dgm:pt>
    <dgm:pt modelId="{74C9628A-8F6F-4A8D-90EF-78E476A5A82A}" type="sibTrans" cxnId="{D5672D27-F575-4A20-A845-17B9902FF813}">
      <dgm:prSet/>
      <dgm:spPr/>
      <dgm:t>
        <a:bodyPr/>
        <a:lstStyle/>
        <a:p>
          <a:endParaRPr lang="en-US"/>
        </a:p>
      </dgm:t>
    </dgm:pt>
    <dgm:pt modelId="{9ACAE7A4-F39E-47FF-89BA-8EAD5CF2C019}" type="pres">
      <dgm:prSet presAssocID="{E705CA5B-BAAE-4FE9-8EDA-17D4B354CAAF}" presName="compositeShape" presStyleCnt="0">
        <dgm:presLayoutVars>
          <dgm:chMax val="7"/>
          <dgm:dir/>
          <dgm:resizeHandles val="exact"/>
        </dgm:presLayoutVars>
      </dgm:prSet>
      <dgm:spPr/>
    </dgm:pt>
    <dgm:pt modelId="{EC68B89E-2732-4F16-8AB5-07AE76EABA63}" type="pres">
      <dgm:prSet presAssocID="{E7C7CB17-4125-4285-9929-6D02FEFC086A}" presName="circ1" presStyleLbl="vennNode1" presStyleIdx="0" presStyleCnt="4"/>
      <dgm:spPr/>
      <dgm:t>
        <a:bodyPr/>
        <a:lstStyle/>
        <a:p>
          <a:endParaRPr lang="en-US"/>
        </a:p>
      </dgm:t>
    </dgm:pt>
    <dgm:pt modelId="{C37528FD-AF59-4C1F-A89F-CD8DB6D25CCB}" type="pres">
      <dgm:prSet presAssocID="{E7C7CB17-4125-4285-9929-6D02FEFC086A}" presName="circ1Tx" presStyleLbl="revTx" presStyleIdx="0" presStyleCnt="0">
        <dgm:presLayoutVars>
          <dgm:chMax val="0"/>
          <dgm:chPref val="0"/>
          <dgm:bulletEnabled val="1"/>
        </dgm:presLayoutVars>
      </dgm:prSet>
      <dgm:spPr/>
      <dgm:t>
        <a:bodyPr/>
        <a:lstStyle/>
        <a:p>
          <a:endParaRPr lang="en-US"/>
        </a:p>
      </dgm:t>
    </dgm:pt>
    <dgm:pt modelId="{A675BE1E-DA99-4AA4-BDF0-06B3E61C61A0}" type="pres">
      <dgm:prSet presAssocID="{2674E28F-2F40-468C-8EB5-84F6128AB20A}" presName="circ2" presStyleLbl="vennNode1" presStyleIdx="1" presStyleCnt="4" custScaleX="118256"/>
      <dgm:spPr/>
      <dgm:t>
        <a:bodyPr/>
        <a:lstStyle/>
        <a:p>
          <a:endParaRPr lang="en-US"/>
        </a:p>
      </dgm:t>
    </dgm:pt>
    <dgm:pt modelId="{A197AB83-AC04-4334-B198-170F7CAB6DB6}" type="pres">
      <dgm:prSet presAssocID="{2674E28F-2F40-468C-8EB5-84F6128AB20A}" presName="circ2Tx" presStyleLbl="revTx" presStyleIdx="0" presStyleCnt="0">
        <dgm:presLayoutVars>
          <dgm:chMax val="0"/>
          <dgm:chPref val="0"/>
          <dgm:bulletEnabled val="1"/>
        </dgm:presLayoutVars>
      </dgm:prSet>
      <dgm:spPr/>
      <dgm:t>
        <a:bodyPr/>
        <a:lstStyle/>
        <a:p>
          <a:endParaRPr lang="en-US"/>
        </a:p>
      </dgm:t>
    </dgm:pt>
    <dgm:pt modelId="{4EEBEBD9-9CCC-4A56-9F1E-E2C62E76DEF8}" type="pres">
      <dgm:prSet presAssocID="{93AED4FB-EED0-4007-863B-08B0BA3B4F17}" presName="circ3" presStyleLbl="vennNode1" presStyleIdx="2" presStyleCnt="4" custScaleY="115579" custLinFactNeighborX="-3265" custLinFactNeighborY="13965"/>
      <dgm:spPr/>
      <dgm:t>
        <a:bodyPr/>
        <a:lstStyle/>
        <a:p>
          <a:endParaRPr lang="en-US"/>
        </a:p>
      </dgm:t>
    </dgm:pt>
    <dgm:pt modelId="{2D53A5CB-EE07-42D0-B22B-F23618971078}" type="pres">
      <dgm:prSet presAssocID="{93AED4FB-EED0-4007-863B-08B0BA3B4F17}" presName="circ3Tx" presStyleLbl="revTx" presStyleIdx="0" presStyleCnt="0">
        <dgm:presLayoutVars>
          <dgm:chMax val="0"/>
          <dgm:chPref val="0"/>
          <dgm:bulletEnabled val="1"/>
        </dgm:presLayoutVars>
      </dgm:prSet>
      <dgm:spPr/>
      <dgm:t>
        <a:bodyPr/>
        <a:lstStyle/>
        <a:p>
          <a:endParaRPr lang="en-US"/>
        </a:p>
      </dgm:t>
    </dgm:pt>
    <dgm:pt modelId="{B872C08D-843C-4624-BD1D-C765EAEB92DC}" type="pres">
      <dgm:prSet presAssocID="{D1DD27C9-C737-4AFF-ACF8-38E4501455FA}" presName="circ4" presStyleLbl="vennNode1" presStyleIdx="3" presStyleCnt="4" custScaleX="119671"/>
      <dgm:spPr/>
      <dgm:t>
        <a:bodyPr/>
        <a:lstStyle/>
        <a:p>
          <a:endParaRPr lang="en-US"/>
        </a:p>
      </dgm:t>
    </dgm:pt>
    <dgm:pt modelId="{2B7328EA-ED4C-4B04-9FDD-E1FF85511774}" type="pres">
      <dgm:prSet presAssocID="{D1DD27C9-C737-4AFF-ACF8-38E4501455FA}" presName="circ4Tx" presStyleLbl="revTx" presStyleIdx="0" presStyleCnt="0">
        <dgm:presLayoutVars>
          <dgm:chMax val="0"/>
          <dgm:chPref val="0"/>
          <dgm:bulletEnabled val="1"/>
        </dgm:presLayoutVars>
      </dgm:prSet>
      <dgm:spPr/>
      <dgm:t>
        <a:bodyPr/>
        <a:lstStyle/>
        <a:p>
          <a:endParaRPr lang="en-US"/>
        </a:p>
      </dgm:t>
    </dgm:pt>
  </dgm:ptLst>
  <dgm:cxnLst>
    <dgm:cxn modelId="{8C5AC990-C826-44E2-B0C9-CCDCDA2C8ABC}" type="presOf" srcId="{93AED4FB-EED0-4007-863B-08B0BA3B4F17}" destId="{2D53A5CB-EE07-42D0-B22B-F23618971078}" srcOrd="1" destOrd="0" presId="urn:microsoft.com/office/officeart/2005/8/layout/venn1"/>
    <dgm:cxn modelId="{A910F6D9-FA9D-4011-8840-8EDA48B94CB6}" type="presOf" srcId="{2674E28F-2F40-468C-8EB5-84F6128AB20A}" destId="{A197AB83-AC04-4334-B198-170F7CAB6DB6}" srcOrd="1" destOrd="0" presId="urn:microsoft.com/office/officeart/2005/8/layout/venn1"/>
    <dgm:cxn modelId="{BC894A1D-8CE3-42E5-8B3F-67E843D5A5DB}" type="presOf" srcId="{2674E28F-2F40-468C-8EB5-84F6128AB20A}" destId="{A675BE1E-DA99-4AA4-BDF0-06B3E61C61A0}" srcOrd="0" destOrd="0" presId="urn:microsoft.com/office/officeart/2005/8/layout/venn1"/>
    <dgm:cxn modelId="{46AC5FC2-E8C2-40A8-B1A2-DAFD49B96041}" type="presOf" srcId="{E7C7CB17-4125-4285-9929-6D02FEFC086A}" destId="{EC68B89E-2732-4F16-8AB5-07AE76EABA63}" srcOrd="0" destOrd="0" presId="urn:microsoft.com/office/officeart/2005/8/layout/venn1"/>
    <dgm:cxn modelId="{58004CBB-FB6F-48B9-B878-F2E0FAFFC5A8}" srcId="{E705CA5B-BAAE-4FE9-8EDA-17D4B354CAAF}" destId="{2674E28F-2F40-468C-8EB5-84F6128AB20A}" srcOrd="1" destOrd="0" parTransId="{28CC8DC1-6F49-4A66-89B5-B81401B67F76}" sibTransId="{90186909-3611-4680-B833-28BFD2AACAB8}"/>
    <dgm:cxn modelId="{C2BB6C39-561E-4AF5-A484-0B708F05C459}" type="presOf" srcId="{D1DD27C9-C737-4AFF-ACF8-38E4501455FA}" destId="{B872C08D-843C-4624-BD1D-C765EAEB92DC}" srcOrd="0" destOrd="0" presId="urn:microsoft.com/office/officeart/2005/8/layout/venn1"/>
    <dgm:cxn modelId="{BB295935-9815-4EF8-89A8-3481317C0F98}" srcId="{E705CA5B-BAAE-4FE9-8EDA-17D4B354CAAF}" destId="{E7C7CB17-4125-4285-9929-6D02FEFC086A}" srcOrd="0" destOrd="0" parTransId="{E02BB2B0-5B15-48A5-91B5-E7C3AB989A04}" sibTransId="{AA2F730C-E49D-4481-A5C0-59BF03A24467}"/>
    <dgm:cxn modelId="{E8FAB697-780B-4A06-B5FF-DE34CDAC360B}" type="presOf" srcId="{E705CA5B-BAAE-4FE9-8EDA-17D4B354CAAF}" destId="{9ACAE7A4-F39E-47FF-89BA-8EAD5CF2C019}" srcOrd="0" destOrd="0" presId="urn:microsoft.com/office/officeart/2005/8/layout/venn1"/>
    <dgm:cxn modelId="{ADF2A716-2195-46F7-A0FB-2D8F94188AB6}" type="presOf" srcId="{D1DD27C9-C737-4AFF-ACF8-38E4501455FA}" destId="{2B7328EA-ED4C-4B04-9FDD-E1FF85511774}" srcOrd="1" destOrd="0" presId="urn:microsoft.com/office/officeart/2005/8/layout/venn1"/>
    <dgm:cxn modelId="{F54DC58D-82EE-4CCC-A54D-50CE0D9E1EA3}" type="presOf" srcId="{E7C7CB17-4125-4285-9929-6D02FEFC086A}" destId="{C37528FD-AF59-4C1F-A89F-CD8DB6D25CCB}" srcOrd="1" destOrd="0" presId="urn:microsoft.com/office/officeart/2005/8/layout/venn1"/>
    <dgm:cxn modelId="{05A2EF90-882F-4350-BD45-832A925979B9}" type="presOf" srcId="{93AED4FB-EED0-4007-863B-08B0BA3B4F17}" destId="{4EEBEBD9-9CCC-4A56-9F1E-E2C62E76DEF8}" srcOrd="0" destOrd="0" presId="urn:microsoft.com/office/officeart/2005/8/layout/venn1"/>
    <dgm:cxn modelId="{51F7FCD4-18EC-4F35-B9AD-E1B98C40A051}" srcId="{E705CA5B-BAAE-4FE9-8EDA-17D4B354CAAF}" destId="{93AED4FB-EED0-4007-863B-08B0BA3B4F17}" srcOrd="2" destOrd="0" parTransId="{654768B9-AD6E-41DE-8109-CEE62B34F63C}" sibTransId="{A2CC245E-B988-4131-8841-1CAB90512E42}"/>
    <dgm:cxn modelId="{D5672D27-F575-4A20-A845-17B9902FF813}" srcId="{E705CA5B-BAAE-4FE9-8EDA-17D4B354CAAF}" destId="{D1DD27C9-C737-4AFF-ACF8-38E4501455FA}" srcOrd="3" destOrd="0" parTransId="{63E77130-BE32-40AF-9832-99AA2F964931}" sibTransId="{74C9628A-8F6F-4A8D-90EF-78E476A5A82A}"/>
    <dgm:cxn modelId="{9173A095-8150-4851-BE91-83D076298443}" type="presParOf" srcId="{9ACAE7A4-F39E-47FF-89BA-8EAD5CF2C019}" destId="{EC68B89E-2732-4F16-8AB5-07AE76EABA63}" srcOrd="0" destOrd="0" presId="urn:microsoft.com/office/officeart/2005/8/layout/venn1"/>
    <dgm:cxn modelId="{45A905E9-BF74-4BD1-AA61-8E9924DC6D2F}" type="presParOf" srcId="{9ACAE7A4-F39E-47FF-89BA-8EAD5CF2C019}" destId="{C37528FD-AF59-4C1F-A89F-CD8DB6D25CCB}" srcOrd="1" destOrd="0" presId="urn:microsoft.com/office/officeart/2005/8/layout/venn1"/>
    <dgm:cxn modelId="{9982DAC6-8A71-4616-9A7F-4E1E372BD93A}" type="presParOf" srcId="{9ACAE7A4-F39E-47FF-89BA-8EAD5CF2C019}" destId="{A675BE1E-DA99-4AA4-BDF0-06B3E61C61A0}" srcOrd="2" destOrd="0" presId="urn:microsoft.com/office/officeart/2005/8/layout/venn1"/>
    <dgm:cxn modelId="{236189C0-616B-434C-ACD9-D7DFECE530BB}" type="presParOf" srcId="{9ACAE7A4-F39E-47FF-89BA-8EAD5CF2C019}" destId="{A197AB83-AC04-4334-B198-170F7CAB6DB6}" srcOrd="3" destOrd="0" presId="urn:microsoft.com/office/officeart/2005/8/layout/venn1"/>
    <dgm:cxn modelId="{F652A446-D84F-4A2D-A490-90AF1C3CFA60}" type="presParOf" srcId="{9ACAE7A4-F39E-47FF-89BA-8EAD5CF2C019}" destId="{4EEBEBD9-9CCC-4A56-9F1E-E2C62E76DEF8}" srcOrd="4" destOrd="0" presId="urn:microsoft.com/office/officeart/2005/8/layout/venn1"/>
    <dgm:cxn modelId="{C74C01FE-2957-470F-9739-037D27A34FFE}" type="presParOf" srcId="{9ACAE7A4-F39E-47FF-89BA-8EAD5CF2C019}" destId="{2D53A5CB-EE07-42D0-B22B-F23618971078}" srcOrd="5" destOrd="0" presId="urn:microsoft.com/office/officeart/2005/8/layout/venn1"/>
    <dgm:cxn modelId="{9FAB3987-E7C1-4B46-B19F-EB52D02AA9CE}" type="presParOf" srcId="{9ACAE7A4-F39E-47FF-89BA-8EAD5CF2C019}" destId="{B872C08D-843C-4624-BD1D-C765EAEB92DC}" srcOrd="6" destOrd="0" presId="urn:microsoft.com/office/officeart/2005/8/layout/venn1"/>
    <dgm:cxn modelId="{3E64B40F-25DD-4F38-98CD-B98AD67D5BCA}" type="presParOf" srcId="{9ACAE7A4-F39E-47FF-89BA-8EAD5CF2C019}" destId="{2B7328EA-ED4C-4B04-9FDD-E1FF85511774}" srcOrd="7" destOrd="0" presId="urn:microsoft.com/office/officeart/2005/8/layout/venn1"/>
  </dgm:cxnLst>
  <dgm:bg/>
  <dgm:whole/>
  <dgm:extLst>
    <a:ext uri="http://schemas.microsoft.com/office/drawing/2008/diagram">
      <dsp:dataModelExt xmlns:dsp="http://schemas.microsoft.com/office/drawing/2008/diagram" xmlns="" relId="rId5" minVer="http://schemas.openxmlformats.org/drawingml/2006/diagram"/>
    </a:ext>
  </dgm:extLst>
</dgm:dataModel>
</file>

<file path=ppt/diagrams/layout1.xml><?xml version="1.0" encoding="utf-8"?>
<dgm:layoutDef xmlns:dgm="http://schemas.openxmlformats.org/drawingml/2006/diagram" xmlns:a="http://schemas.openxmlformats.org/drawingml/2006/main" uniqueId="urn:microsoft.com/office/officeart/2005/8/layout/process5#1">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bkpt" val="endCnv"/>
          <dgm:param type="contDir" val="revDir"/>
          <dgm:param type="grDir" val="tL"/>
          <dgm:param type="flowDir" val="row"/>
        </dgm:alg>
      </dgm:if>
      <dgm:else name="Name2">
        <dgm:alg type="snake">
          <dgm:param type="bkpt" val="endCnv"/>
          <dgm:param type="contDir" val="revDir"/>
          <dgm:param type="grDir" val="tR"/>
          <dgm:param type="flowDir" val="row"/>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1">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F855891-7B9F-4DB7-A6CF-6E891278B8CB}" type="datetimeFigureOut">
              <a:rPr lang="en-US" smtClean="0"/>
              <a:t>3/16/2022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C762F969-C5B7-447E-B6CC-496EAEB4D154}" type="slidenum">
              <a:rPr lang="en-US" smtClean="0"/>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3092F08D-1704-42F9-A9A0-938921EE99C8}" type="datetimeFigureOut">
              <a:rPr lang="en-US" smtClean="0"/>
              <a:t>3/16/2022</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8573F595-730C-4F2A-962B-2271E79276A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3092F08D-1704-42F9-A9A0-938921EE99C8}" type="datetimeFigureOut">
              <a:rPr lang="en-US" smtClean="0"/>
              <a:t>3/16/2022</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8573F595-730C-4F2A-962B-2271E79276A1}" type="slidenum">
              <a:rPr lang="en-US" smtClean="0"/>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3092F08D-1704-42F9-A9A0-938921EE99C8}" type="datetimeFigureOut">
              <a:rPr lang="en-US" smtClean="0"/>
              <a:t>3/16/2022</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8573F595-730C-4F2A-962B-2271E79276A1}" type="slidenum">
              <a:rPr lang="en-US" smtClean="0"/>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3092F08D-1704-42F9-A9A0-938921EE99C8}" type="datetimeFigureOut">
              <a:rPr lang="en-US" smtClean="0"/>
              <a:t>3/16/2022</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8573F595-730C-4F2A-962B-2271E79276A1}"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3092F08D-1704-42F9-A9A0-938921EE99C8}" type="datetimeFigureOut">
              <a:rPr lang="en-US" smtClean="0"/>
              <a:t>3/16/2022</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8573F595-730C-4F2A-962B-2271E79276A1}"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3092F08D-1704-42F9-A9A0-938921EE99C8}" type="datetimeFigureOut">
              <a:rPr lang="en-US" smtClean="0"/>
              <a:t>3/16/2022</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8573F595-730C-4F2A-962B-2271E79276A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chor="ctr"/>
          <a:lstStyle/>
          <a:p>
            <a:pPr algn="ctr"/>
            <a:r>
              <a:rPr lang="en-US" sz="4000" dirty="0" smtClean="0">
                <a:solidFill>
                  <a:schemeClr val="bg2"/>
                </a:solidFill>
                <a:latin typeface="Baskerville Old Face" pitchFamily="18" charset="0"/>
              </a:rPr>
              <a:t>PART III </a:t>
            </a:r>
            <a:br>
              <a:rPr lang="en-US" sz="4000" dirty="0" smtClean="0">
                <a:solidFill>
                  <a:schemeClr val="bg2"/>
                </a:solidFill>
                <a:latin typeface="Baskerville Old Face" pitchFamily="18" charset="0"/>
              </a:rPr>
            </a:br>
            <a:r>
              <a:rPr lang="en-US" sz="4000" dirty="0" smtClean="0">
                <a:solidFill>
                  <a:schemeClr val="bg2"/>
                </a:solidFill>
                <a:latin typeface="Baskerville Old Face" pitchFamily="18" charset="0"/>
              </a:rPr>
              <a:t> “REACHING THE UNREACHED</a:t>
            </a:r>
            <a:r>
              <a:rPr lang="en-US" sz="3600" dirty="0" smtClean="0">
                <a:latin typeface="Baskerville Old Face" pitchFamily="18" charset="0"/>
              </a:rPr>
              <a:t>”</a:t>
            </a:r>
            <a:endParaRPr lang="en-US" sz="3600" dirty="0">
              <a:latin typeface="Baskerville Old Face" pitchFamily="18" charset="0"/>
            </a:endParaRPr>
          </a:p>
        </p:txBody>
      </p:sp>
      <p:sp>
        <p:nvSpPr>
          <p:cNvPr id="3" name="Subtitle 2"/>
          <p:cNvSpPr>
            <a:spLocks noGrp="1"/>
          </p:cNvSpPr>
          <p:nvPr>
            <p:ph type="subTitle" idx="1"/>
          </p:nvPr>
        </p:nvSpPr>
        <p:spPr/>
        <p:txBody>
          <a:bodyPr/>
          <a:lstStyle/>
          <a:p>
            <a:r>
              <a:rPr lang="en-US" dirty="0" smtClean="0"/>
              <a:t>By</a:t>
            </a:r>
          </a:p>
          <a:p>
            <a:r>
              <a:rPr lang="en-US" dirty="0" smtClean="0"/>
              <a:t>Dr. Philomena </a:t>
            </a:r>
            <a:r>
              <a:rPr lang="en-US" dirty="0" err="1" smtClean="0"/>
              <a:t>Kanagaraj</a:t>
            </a:r>
            <a:r>
              <a:rPr lang="en-US" dirty="0" smtClean="0"/>
              <a:t> </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i="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What is Evangelism ?</a:t>
            </a:r>
            <a:endParaRPr lang="en-US" sz="3600" i="1" dirty="0">
              <a:solidFill>
                <a:schemeClr val="accent2">
                  <a:lumMod val="75000"/>
                </a:schemeClr>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p:txBody>
          <a:bodyPr>
            <a:normAutofit fontScale="62500" lnSpcReduction="20000"/>
          </a:bodyPr>
          <a:lstStyle/>
          <a:p>
            <a:r>
              <a:rPr lang="en-US" sz="2800" b="1" dirty="0" smtClean="0">
                <a:latin typeface="Baskerville Old Face" panose="02020602080505020303" pitchFamily="18" charset="0"/>
                <a:cs typeface="Baskerville Old Face" panose="02020602080505020303" pitchFamily="18" charset="0"/>
              </a:rPr>
              <a:t>‘Evangelism is a necessity in helping men and women </a:t>
            </a:r>
            <a:r>
              <a:rPr lang="en-US" sz="2800" b="1" dirty="0" err="1" smtClean="0">
                <a:latin typeface="Baskerville Old Face" panose="02020602080505020303" pitchFamily="18" charset="0"/>
                <a:cs typeface="Baskerville Old Face" panose="02020602080505020303" pitchFamily="18" charset="0"/>
              </a:rPr>
              <a:t>unerstand</a:t>
            </a:r>
            <a:r>
              <a:rPr lang="en-US" sz="2800" b="1" dirty="0" smtClean="0">
                <a:latin typeface="Baskerville Old Face" panose="02020602080505020303" pitchFamily="18" charset="0"/>
                <a:cs typeface="Baskerville Old Face" panose="02020602080505020303" pitchFamily="18" charset="0"/>
              </a:rPr>
              <a:t> what their</a:t>
            </a:r>
            <a:r>
              <a:rPr lang="en-US" sz="2800" dirty="0" smtClean="0">
                <a:latin typeface="Baskerville Old Face" panose="02020602080505020303" pitchFamily="18" charset="0"/>
                <a:cs typeface="Baskerville Old Face" panose="02020602080505020303" pitchFamily="18" charset="0"/>
              </a:rPr>
              <a:t> </a:t>
            </a:r>
            <a:r>
              <a:rPr lang="en-US" sz="2800" b="1" dirty="0" smtClean="0">
                <a:latin typeface="Baskerville Old Face" panose="02020602080505020303" pitchFamily="18" charset="0"/>
                <a:cs typeface="Baskerville Old Face" panose="02020602080505020303" pitchFamily="18" charset="0"/>
              </a:rPr>
              <a:t>souls are searching for, can be met only through a personal relationship with Jesus Christ</a:t>
            </a:r>
            <a:r>
              <a:rPr lang="en-US" sz="2800" b="1" dirty="0" smtClean="0">
                <a:latin typeface="Baskerville Old Face" panose="02020602080505020303" pitchFamily="18" charset="0"/>
                <a:cs typeface="Baskerville Old Face" panose="02020602080505020303" pitchFamily="18" charset="0"/>
              </a:rPr>
              <a:t>.”</a:t>
            </a:r>
            <a:r>
              <a:rPr lang="en-US" sz="2800" b="1" dirty="0" smtClean="0">
                <a:latin typeface="Baskerville Old Face" panose="02020602080505020303" pitchFamily="18" charset="0"/>
                <a:cs typeface="Baskerville Old Face" panose="02020602080505020303" pitchFamily="18" charset="0"/>
              </a:rPr>
              <a:t>		        </a:t>
            </a:r>
            <a:r>
              <a:rPr lang="en-US" sz="2800" b="1" dirty="0" smtClean="0">
                <a:latin typeface="Baskerville Old Face" panose="02020602080505020303" pitchFamily="18" charset="0"/>
                <a:cs typeface="Baskerville Old Face" panose="02020602080505020303" pitchFamily="18" charset="0"/>
              </a:rPr>
              <a:t>          Dr</a:t>
            </a:r>
            <a:r>
              <a:rPr lang="en-US" sz="2800" b="1" dirty="0" smtClean="0">
                <a:latin typeface="Baskerville Old Face" panose="02020602080505020303" pitchFamily="18" charset="0"/>
                <a:cs typeface="Baskerville Old Face" panose="02020602080505020303" pitchFamily="18" charset="0"/>
              </a:rPr>
              <a:t>. Selwyn </a:t>
            </a:r>
            <a:r>
              <a:rPr lang="en-US" sz="2800" b="1" dirty="0" smtClean="0">
                <a:latin typeface="Baskerville Old Face" panose="02020602080505020303" pitchFamily="18" charset="0"/>
                <a:cs typeface="Baskerville Old Face" panose="02020602080505020303" pitchFamily="18" charset="0"/>
              </a:rPr>
              <a:t>Hughes</a:t>
            </a:r>
          </a:p>
          <a:p>
            <a:endParaRPr lang="en-US" sz="2800" b="1" dirty="0" smtClean="0">
              <a:latin typeface="Baskerville Old Face" panose="02020602080505020303" pitchFamily="18" charset="0"/>
              <a:cs typeface="Baskerville Old Face" panose="02020602080505020303" pitchFamily="18" charset="0"/>
            </a:endParaRPr>
          </a:p>
          <a:p>
            <a:r>
              <a:rPr lang="en-US" sz="2800" b="1" dirty="0" smtClean="0">
                <a:latin typeface="Baskerville Old Face" panose="02020602080505020303" pitchFamily="18" charset="0"/>
                <a:cs typeface="Baskerville Old Face" panose="02020602080505020303" pitchFamily="18" charset="0"/>
              </a:rPr>
              <a:t>Evangelism is : ‘The winning of people out of the world to God through Jesus Christ and, incorporating them into local bodies where they grow </a:t>
            </a:r>
            <a:r>
              <a:rPr lang="en-US" sz="2800" b="1" dirty="0" smtClean="0">
                <a:latin typeface="Baskerville Old Face" panose="02020602080505020303" pitchFamily="18" charset="0"/>
                <a:cs typeface="Baskerville Old Face" panose="02020602080505020303" pitchFamily="18" charset="0"/>
              </a:rPr>
              <a:t>in intimacy </a:t>
            </a:r>
            <a:r>
              <a:rPr lang="en-US" sz="2800" b="1" dirty="0" smtClean="0">
                <a:latin typeface="Baskerville Old Face" panose="02020602080505020303" pitchFamily="18" charset="0"/>
                <a:cs typeface="Baskerville Old Face" panose="02020602080505020303" pitchFamily="18" charset="0"/>
              </a:rPr>
              <a:t>with God and participate in the extension of His Kingdom.’</a:t>
            </a:r>
          </a:p>
          <a:p>
            <a:endParaRPr lang="en-US" sz="2800" b="1" dirty="0" smtClean="0">
              <a:latin typeface="Baskerville Old Face" panose="02020602080505020303" pitchFamily="18" charset="0"/>
              <a:cs typeface="Baskerville Old Face" panose="02020602080505020303" pitchFamily="18" charset="0"/>
            </a:endParaRPr>
          </a:p>
          <a:p>
            <a:r>
              <a:rPr lang="en-US" sz="2800" b="1" dirty="0" smtClean="0">
                <a:latin typeface="Baskerville Old Face" panose="02020602080505020303" pitchFamily="18" charset="0"/>
                <a:cs typeface="Baskerville Old Face" panose="02020602080505020303" pitchFamily="18" charset="0"/>
              </a:rPr>
              <a:t>‘</a:t>
            </a:r>
            <a:r>
              <a:rPr lang="en-US" sz="2800" b="1" dirty="0" smtClean="0">
                <a:latin typeface="Baskerville Old Face" panose="02020602080505020303" pitchFamily="18" charset="0"/>
                <a:cs typeface="Baskerville Old Face" panose="02020602080505020303" pitchFamily="18" charset="0"/>
              </a:rPr>
              <a:t>The amount of information is directly proportionate to the person’s readiness for the Gospel’                                                Dr. Paul </a:t>
            </a:r>
            <a:r>
              <a:rPr lang="en-US" sz="2800" b="1" dirty="0" smtClean="0">
                <a:latin typeface="Baskerville Old Face" panose="02020602080505020303" pitchFamily="18" charset="0"/>
                <a:cs typeface="Baskerville Old Face" panose="02020602080505020303" pitchFamily="18" charset="0"/>
              </a:rPr>
              <a:t>Gupta</a:t>
            </a:r>
          </a:p>
          <a:p>
            <a:endParaRPr lang="en-US" sz="2800" b="1" dirty="0" smtClean="0">
              <a:latin typeface="Baskerville Old Face" panose="02020602080505020303" pitchFamily="18" charset="0"/>
              <a:cs typeface="Baskerville Old Face" panose="02020602080505020303" pitchFamily="18" charset="0"/>
            </a:endParaRPr>
          </a:p>
          <a:p>
            <a:r>
              <a:rPr lang="en-US" sz="2800" b="1" dirty="0" smtClean="0">
                <a:latin typeface="Baskerville Old Face" panose="02020602080505020303" pitchFamily="18" charset="0"/>
                <a:cs typeface="Baskerville Old Face" panose="02020602080505020303" pitchFamily="18" charset="0"/>
                <a:sym typeface="+mn-ea"/>
              </a:rPr>
              <a:t>‘The methods may change but the message will never change, unto eternity’                   </a:t>
            </a:r>
            <a:r>
              <a:rPr lang="en-US" sz="2800" b="1" dirty="0" smtClean="0">
                <a:latin typeface="Baskerville Old Face" panose="02020602080505020303" pitchFamily="18" charset="0"/>
                <a:cs typeface="Baskerville Old Face" panose="02020602080505020303" pitchFamily="18" charset="0"/>
                <a:sym typeface="+mn-ea"/>
              </a:rPr>
              <a:t>                                                   </a:t>
            </a:r>
            <a:r>
              <a:rPr lang="en-US" sz="2800" b="1" dirty="0" smtClean="0">
                <a:latin typeface="Baskerville Old Face" panose="02020602080505020303" pitchFamily="18" charset="0"/>
                <a:cs typeface="Baskerville Old Face" panose="02020602080505020303" pitchFamily="18" charset="0"/>
                <a:sym typeface="+mn-ea"/>
              </a:rPr>
              <a:t>Dr. Naomi </a:t>
            </a:r>
            <a:r>
              <a:rPr lang="en-US" sz="2800" b="1" dirty="0" smtClean="0">
                <a:latin typeface="Baskerville Old Face" panose="02020602080505020303" pitchFamily="18" charset="0"/>
                <a:cs typeface="Baskerville Old Face" panose="02020602080505020303" pitchFamily="18" charset="0"/>
                <a:sym typeface="+mn-ea"/>
              </a:rPr>
              <a:t>Dowdy</a:t>
            </a:r>
          </a:p>
          <a:p>
            <a:endParaRPr lang="en-US" sz="2800" b="1" i="1" dirty="0" smtClean="0">
              <a:latin typeface="Baskerville Old Face" panose="02020602080505020303" pitchFamily="18" charset="0"/>
              <a:cs typeface="Baskerville Old Face" panose="02020602080505020303" pitchFamily="18" charset="0"/>
            </a:endParaRPr>
          </a:p>
          <a:p>
            <a:r>
              <a:rPr lang="en-US" sz="2800" b="1" i="1" dirty="0" smtClean="0">
                <a:latin typeface="Baskerville Old Face" panose="02020602080505020303" pitchFamily="18" charset="0"/>
                <a:cs typeface="Baskerville Old Face" panose="02020602080505020303" pitchFamily="18" charset="0"/>
                <a:sym typeface="+mn-ea"/>
              </a:rPr>
              <a:t>‘EVANGLION’   in Greek  : The Gospel</a:t>
            </a:r>
          </a:p>
          <a:p>
            <a:r>
              <a:rPr lang="en-US" sz="2800" b="1" i="1" dirty="0" smtClean="0">
                <a:latin typeface="Baskerville Old Face" panose="02020602080505020303" pitchFamily="18" charset="0"/>
                <a:cs typeface="Baskerville Old Face" panose="02020602080505020303" pitchFamily="18" charset="0"/>
                <a:sym typeface="+mn-ea"/>
              </a:rPr>
              <a:t>‘EUANGELION’ in Latin  :  The Good News </a:t>
            </a:r>
          </a:p>
          <a:p>
            <a:endParaRPr lang="en-US" sz="2800" b="1" i="1" dirty="0" smtClean="0">
              <a:latin typeface="Baskerville Old Face" panose="02020602080505020303" pitchFamily="18" charset="0"/>
              <a:cs typeface="Baskerville Old Face" panose="02020602080505020303"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smtClean="0">
                <a:solidFill>
                  <a:schemeClr val="accent2">
                    <a:lumMod val="75000"/>
                  </a:schemeClr>
                </a:solidFill>
                <a:latin typeface="Baskerville Old Face" panose="02020602080505020303" pitchFamily="18" charset="0"/>
                <a:cs typeface="Baskerville Old Face" panose="02020602080505020303" pitchFamily="18" charset="0"/>
              </a:rPr>
              <a:t>THEORY OF EVANGELISM</a:t>
            </a:r>
            <a:endParaRPr lang="en-US" i="1" dirty="0">
              <a:solidFill>
                <a:schemeClr val="accent2">
                  <a:lumMod val="75000"/>
                </a:schemeClr>
              </a:solidFill>
              <a:latin typeface="Baskerville Old Face" panose="02020602080505020303" pitchFamily="18" charset="0"/>
              <a:cs typeface="Baskerville Old Face" panose="02020602080505020303" pitchFamily="18" charset="0"/>
            </a:endParaRPr>
          </a:p>
        </p:txBody>
      </p:sp>
      <p:sp>
        <p:nvSpPr>
          <p:cNvPr id="3" name="Content Placeholder 2"/>
          <p:cNvSpPr>
            <a:spLocks noGrp="1"/>
          </p:cNvSpPr>
          <p:nvPr>
            <p:ph idx="1"/>
          </p:nvPr>
        </p:nvSpPr>
        <p:spPr>
          <a:xfrm>
            <a:off x="304800" y="1609416"/>
            <a:ext cx="8153400" cy="4846320"/>
          </a:xfrm>
        </p:spPr>
        <p:txBody>
          <a:bodyPr>
            <a:noAutofit/>
          </a:bodyPr>
          <a:lstStyle/>
          <a:p>
            <a:r>
              <a:rPr lang="en-US" b="1" dirty="0" smtClean="0">
                <a:latin typeface="Baskerville Old Face" panose="02020602080505020303" pitchFamily="18" charset="0"/>
                <a:cs typeface="Baskerville Old Face" panose="02020602080505020303" pitchFamily="18" charset="0"/>
              </a:rPr>
              <a:t>Goal of Evangelism : is </a:t>
            </a:r>
            <a:r>
              <a:rPr lang="en-US" b="1" u="sng" dirty="0" smtClean="0">
                <a:latin typeface="Baskerville Old Face" panose="02020602080505020303" pitchFamily="18" charset="0"/>
                <a:cs typeface="Baskerville Old Face" panose="02020602080505020303" pitchFamily="18" charset="0"/>
              </a:rPr>
              <a:t>‘to make disciples of all nations’.</a:t>
            </a:r>
            <a:endParaRPr lang="en-US" b="1" dirty="0" smtClean="0">
              <a:latin typeface="Baskerville Old Face" panose="02020602080505020303" pitchFamily="18" charset="0"/>
              <a:cs typeface="Baskerville Old Face" panose="02020602080505020303" pitchFamily="18" charset="0"/>
            </a:endParaRPr>
          </a:p>
          <a:p>
            <a:r>
              <a:rPr lang="en-US" b="1" dirty="0" smtClean="0">
                <a:latin typeface="Baskerville Old Face" panose="02020602080505020303" pitchFamily="18" charset="0"/>
                <a:cs typeface="Baskerville Old Face" panose="02020602080505020303" pitchFamily="18" charset="0"/>
              </a:rPr>
              <a:t>The Church is God’s instrument to disciple the nation;</a:t>
            </a:r>
          </a:p>
          <a:p>
            <a:r>
              <a:rPr lang="en-US" b="1" dirty="0" smtClean="0">
                <a:latin typeface="Baskerville Old Face" panose="02020602080505020303" pitchFamily="18" charset="0"/>
                <a:cs typeface="Baskerville Old Face" panose="02020602080505020303" pitchFamily="18" charset="0"/>
              </a:rPr>
              <a:t>There are a number of </a:t>
            </a:r>
            <a:r>
              <a:rPr lang="en-US" b="1" u="sng" dirty="0" smtClean="0">
                <a:latin typeface="Baskerville Old Face" panose="02020602080505020303" pitchFamily="18" charset="0"/>
                <a:cs typeface="Baskerville Old Face" panose="02020602080505020303" pitchFamily="18" charset="0"/>
              </a:rPr>
              <a:t>stages</a:t>
            </a:r>
            <a:r>
              <a:rPr lang="en-US" b="1" dirty="0" smtClean="0">
                <a:latin typeface="Baskerville Old Face" panose="02020602080505020303" pitchFamily="18" charset="0"/>
                <a:cs typeface="Baskerville Old Face" panose="02020602080505020303" pitchFamily="18" charset="0"/>
              </a:rPr>
              <a:t> in Evangelism;</a:t>
            </a:r>
          </a:p>
          <a:p>
            <a:r>
              <a:rPr lang="en-US" b="1" dirty="0" smtClean="0">
                <a:latin typeface="Baskerville Old Face" panose="02020602080505020303" pitchFamily="18" charset="0"/>
                <a:cs typeface="Baskerville Old Face" panose="02020602080505020303" pitchFamily="18" charset="0"/>
              </a:rPr>
              <a:t>There are </a:t>
            </a:r>
            <a:r>
              <a:rPr lang="en-US" b="1" u="sng" dirty="0" smtClean="0">
                <a:latin typeface="Baskerville Old Face" panose="02020602080505020303" pitchFamily="18" charset="0"/>
                <a:cs typeface="Baskerville Old Face" panose="02020602080505020303" pitchFamily="18" charset="0"/>
              </a:rPr>
              <a:t>degrees of readiness</a:t>
            </a:r>
            <a:r>
              <a:rPr lang="en-US" b="1" dirty="0" smtClean="0">
                <a:latin typeface="Baskerville Old Face" panose="02020602080505020303" pitchFamily="18" charset="0"/>
                <a:cs typeface="Baskerville Old Face" panose="02020602080505020303" pitchFamily="18" charset="0"/>
              </a:rPr>
              <a:t> to the Gospel message;</a:t>
            </a:r>
          </a:p>
          <a:p>
            <a:r>
              <a:rPr lang="en-US" b="1" dirty="0" smtClean="0">
                <a:latin typeface="Baskerville Old Face" panose="02020602080505020303" pitchFamily="18" charset="0"/>
                <a:cs typeface="Baskerville Old Face" panose="02020602080505020303" pitchFamily="18" charset="0"/>
              </a:rPr>
              <a:t>There are various types of Evangelism : E-1One-to-one</a:t>
            </a:r>
            <a:r>
              <a:rPr lang="en-US" b="1" dirty="0" smtClean="0">
                <a:latin typeface="Baskerville Old Face" panose="02020602080505020303" pitchFamily="18" charset="0"/>
                <a:cs typeface="Baskerville Old Face" panose="02020602080505020303" pitchFamily="18" charset="0"/>
              </a:rPr>
              <a:t>;  E-2 </a:t>
            </a:r>
            <a:r>
              <a:rPr lang="en-US" b="1" dirty="0" err="1" smtClean="0">
                <a:latin typeface="Baskerville Old Face" panose="02020602080505020303" pitchFamily="18" charset="0"/>
                <a:cs typeface="Baskerville Old Face" panose="02020602080505020303" pitchFamily="18" charset="0"/>
              </a:rPr>
              <a:t>neighbours</a:t>
            </a:r>
            <a:r>
              <a:rPr lang="en-US" b="1" dirty="0" smtClean="0">
                <a:latin typeface="Baskerville Old Face" panose="02020602080505020303" pitchFamily="18" charset="0"/>
                <a:cs typeface="Baskerville Old Face" panose="02020602080505020303" pitchFamily="18" charset="0"/>
              </a:rPr>
              <a:t> ; E-3 Slightly distant ; E-4 totally distant, </a:t>
            </a:r>
            <a:r>
              <a:rPr lang="en-US" b="1" dirty="0" smtClean="0">
                <a:latin typeface="Baskerville Old Face" panose="02020602080505020303" pitchFamily="18" charset="0"/>
                <a:cs typeface="Baskerville Old Face" panose="02020602080505020303" pitchFamily="18" charset="0"/>
              </a:rPr>
              <a:t> Cross-cultural</a:t>
            </a:r>
            <a:r>
              <a:rPr lang="en-US" b="1" dirty="0" smtClean="0">
                <a:latin typeface="Baskerville Old Face" panose="02020602080505020303" pitchFamily="18" charset="0"/>
                <a:cs typeface="Baskerville Old Face" panose="02020602080505020303" pitchFamily="18" charset="0"/>
              </a:rPr>
              <a:t>;</a:t>
            </a:r>
          </a:p>
          <a:p>
            <a:r>
              <a:rPr lang="en-US" b="1" u="sng" dirty="0" smtClean="0">
                <a:latin typeface="Baskerville Old Face" panose="02020602080505020303" pitchFamily="18" charset="0"/>
                <a:cs typeface="Baskerville Old Face" panose="02020602080505020303" pitchFamily="18" charset="0"/>
              </a:rPr>
              <a:t>Sensitivity</a:t>
            </a:r>
            <a:r>
              <a:rPr lang="en-US" b="1" dirty="0" smtClean="0">
                <a:latin typeface="Baskerville Old Face" panose="02020602080505020303" pitchFamily="18" charset="0"/>
                <a:cs typeface="Baskerville Old Face" panose="02020602080505020303" pitchFamily="18" charset="0"/>
              </a:rPr>
              <a:t> to </a:t>
            </a:r>
            <a:r>
              <a:rPr lang="en-US" b="1" dirty="0" err="1" smtClean="0">
                <a:latin typeface="Baskerville Old Face" panose="02020602080505020303" pitchFamily="18" charset="0"/>
                <a:cs typeface="Baskerville Old Face" panose="02020602080505020303" pitchFamily="18" charset="0"/>
              </a:rPr>
              <a:t>Socialogical</a:t>
            </a:r>
            <a:r>
              <a:rPr lang="en-US" b="1" dirty="0" smtClean="0">
                <a:latin typeface="Baskerville Old Face" panose="02020602080505020303" pitchFamily="18" charset="0"/>
                <a:cs typeface="Baskerville Old Face" panose="02020602080505020303" pitchFamily="18" charset="0"/>
              </a:rPr>
              <a:t>, Economical, Political, Religious and Cultural dynamics &amp; trends are imperative in Evangelism.</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lstStyle/>
          <a:p>
            <a:pPr algn="ctr"/>
            <a:r>
              <a:rPr lang="en-US" dirty="0" smtClean="0">
                <a:solidFill>
                  <a:schemeClr val="accent2">
                    <a:lumMod val="75000"/>
                  </a:schemeClr>
                </a:solidFill>
              </a:rPr>
              <a:t>Types of evangelism </a:t>
            </a:r>
            <a:endParaRPr lang="en-US" dirty="0">
              <a:solidFill>
                <a:schemeClr val="accent2">
                  <a:lumMod val="75000"/>
                </a:schemeClr>
              </a:solidFill>
            </a:endParaRPr>
          </a:p>
        </p:txBody>
      </p:sp>
      <p:sp>
        <p:nvSpPr>
          <p:cNvPr id="3" name="Content Placeholder 2"/>
          <p:cNvSpPr>
            <a:spLocks noGrp="1"/>
          </p:cNvSpPr>
          <p:nvPr>
            <p:ph idx="1"/>
          </p:nvPr>
        </p:nvSpPr>
        <p:spPr>
          <a:xfrm>
            <a:off x="457200" y="1295400"/>
            <a:ext cx="7239000" cy="5160336"/>
          </a:xfrm>
        </p:spPr>
        <p:txBody>
          <a:bodyPr>
            <a:normAutofit/>
          </a:bodyPr>
          <a:lstStyle/>
          <a:p>
            <a:r>
              <a:rPr lang="en-US" b="1" dirty="0" smtClean="0">
                <a:latin typeface="Baskerville Old Face" panose="02020602080505020303" pitchFamily="18" charset="0"/>
                <a:cs typeface="Baskerville Old Face" panose="02020602080505020303" pitchFamily="18" charset="0"/>
              </a:rPr>
              <a:t>There are </a:t>
            </a:r>
            <a:r>
              <a:rPr lang="en-US" b="1" dirty="0" smtClean="0">
                <a:latin typeface="Baskerville Old Face" panose="02020602080505020303" pitchFamily="18" charset="0"/>
                <a:cs typeface="Baskerville Old Face" panose="02020602080505020303" pitchFamily="18" charset="0"/>
              </a:rPr>
              <a:t> various  types </a:t>
            </a:r>
            <a:r>
              <a:rPr lang="en-US" b="1" dirty="0" smtClean="0">
                <a:latin typeface="Baskerville Old Face" panose="02020602080505020303" pitchFamily="18" charset="0"/>
                <a:cs typeface="Baskerville Old Face" panose="02020602080505020303" pitchFamily="18" charset="0"/>
              </a:rPr>
              <a:t>of Evangelism : </a:t>
            </a:r>
            <a:endParaRPr lang="en-US" b="1" dirty="0" smtClean="0">
              <a:latin typeface="Baskerville Old Face" panose="02020602080505020303" pitchFamily="18" charset="0"/>
              <a:cs typeface="Baskerville Old Face" panose="02020602080505020303" pitchFamily="18" charset="0"/>
            </a:endParaRPr>
          </a:p>
          <a:p>
            <a:pPr lvl="1"/>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E-1 One-to-one</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  </a:t>
            </a:r>
            <a:endParaRPr lang="en-US"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E-2  </a:t>
            </a:r>
            <a:r>
              <a:rPr lang="en-US" b="1" dirty="0" err="1" smtClean="0">
                <a:solidFill>
                  <a:schemeClr val="accent2">
                    <a:lumMod val="75000"/>
                  </a:schemeClr>
                </a:solidFill>
                <a:latin typeface="Baskerville Old Face" panose="02020602080505020303" pitchFamily="18" charset="0"/>
                <a:cs typeface="Baskerville Old Face" panose="02020602080505020303" pitchFamily="18" charset="0"/>
              </a:rPr>
              <a:t>Neighbours</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(e.g. apartment bldg., in your street,)</a:t>
            </a:r>
          </a:p>
          <a:p>
            <a:pPr lvl="1"/>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E-3  Slightly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distant ;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a:t>
            </a:r>
            <a:r>
              <a:rPr lang="en-US" b="1" dirty="0" err="1" smtClean="0">
                <a:solidFill>
                  <a:schemeClr val="accent2">
                    <a:lumMod val="75000"/>
                  </a:schemeClr>
                </a:solidFill>
                <a:latin typeface="Baskerville Old Face" panose="02020602080505020303" pitchFamily="18" charset="0"/>
                <a:cs typeface="Baskerville Old Face" panose="02020602080505020303" pitchFamily="18" charset="0"/>
              </a:rPr>
              <a:t>e.g.Village</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 outreach etc)</a:t>
            </a:r>
          </a:p>
          <a:p>
            <a:pPr lvl="1"/>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E-4  Totally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distant,  </a:t>
            </a:r>
            <a:r>
              <a:rPr lang="en-US" b="1" dirty="0" smtClean="0">
                <a:solidFill>
                  <a:schemeClr val="accent2">
                    <a:lumMod val="75000"/>
                  </a:schemeClr>
                </a:solidFill>
                <a:latin typeface="Baskerville Old Face" panose="02020602080505020303" pitchFamily="18" charset="0"/>
                <a:cs typeface="Baskerville Old Face" panose="02020602080505020303" pitchFamily="18" charset="0"/>
              </a:rPr>
              <a:t>Cross-cultural ..</a:t>
            </a:r>
            <a:endParaRPr lang="en-US"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b="1" dirty="0" smtClean="0">
                <a:solidFill>
                  <a:schemeClr val="accent2">
                    <a:lumMod val="75000"/>
                  </a:schemeClr>
                </a:solidFill>
                <a:latin typeface="Baskerville Old Face" pitchFamily="18" charset="0"/>
              </a:rPr>
              <a:t>E-5   Praying for the families in your street: ‘Chennai network’</a:t>
            </a:r>
          </a:p>
          <a:p>
            <a:pPr>
              <a:buNone/>
            </a:pPr>
            <a:r>
              <a:rPr lang="en-US" b="1" dirty="0" smtClean="0">
                <a:latin typeface="Baskerville Old Face" pitchFamily="18" charset="0"/>
              </a:rPr>
              <a:t>	“The combination of several methods in a strategic effort, increases the ‘Task </a:t>
            </a:r>
            <a:r>
              <a:rPr lang="en-US" b="1" dirty="0" err="1" smtClean="0">
                <a:latin typeface="Baskerville Old Face" pitchFamily="18" charset="0"/>
              </a:rPr>
              <a:t>Force’’s</a:t>
            </a:r>
            <a:r>
              <a:rPr lang="en-US" b="1" dirty="0" smtClean="0">
                <a:latin typeface="Baskerville Old Face" pitchFamily="18" charset="0"/>
              </a:rPr>
              <a:t> Ability, to establish Christ’s Presence in the area”.</a:t>
            </a:r>
          </a:p>
          <a:p>
            <a:endParaRPr lang="en-US" dirty="0" smtClean="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746760"/>
          </a:xfrm>
        </p:spPr>
        <p:txBody>
          <a:bodyPr>
            <a:normAutofit/>
          </a:bodyPr>
          <a:lstStyle/>
          <a:p>
            <a:pPr algn="ctr"/>
            <a:r>
              <a:rPr lang="en-US" sz="3600" dirty="0" smtClean="0">
                <a:solidFill>
                  <a:schemeClr val="accent2">
                    <a:lumMod val="75000"/>
                  </a:schemeClr>
                </a:solidFill>
                <a:latin typeface="Baskerville Old Face" pitchFamily="18" charset="0"/>
              </a:rPr>
              <a:t>Methods of evangelism</a:t>
            </a:r>
            <a:endParaRPr lang="en-US" sz="3600" dirty="0">
              <a:solidFill>
                <a:schemeClr val="accent2">
                  <a:lumMod val="75000"/>
                </a:schemeClr>
              </a:solidFill>
              <a:latin typeface="Baskerville Old Face" pitchFamily="18" charset="0"/>
            </a:endParaRPr>
          </a:p>
        </p:txBody>
      </p:sp>
      <p:sp>
        <p:nvSpPr>
          <p:cNvPr id="3" name="Content Placeholder 2"/>
          <p:cNvSpPr>
            <a:spLocks noGrp="1"/>
          </p:cNvSpPr>
          <p:nvPr>
            <p:ph idx="1"/>
          </p:nvPr>
        </p:nvSpPr>
        <p:spPr>
          <a:xfrm>
            <a:off x="457200" y="1219200"/>
            <a:ext cx="7239000" cy="5236536"/>
          </a:xfrm>
        </p:spPr>
        <p:txBody>
          <a:bodyPr>
            <a:normAutofit fontScale="70000" lnSpcReduction="20000"/>
          </a:bodyPr>
          <a:lstStyle/>
          <a:p>
            <a:r>
              <a:rPr lang="en-US" dirty="0" smtClean="0">
                <a:latin typeface="Baskerville Old Face" pitchFamily="18" charset="0"/>
              </a:rPr>
              <a:t>Tracts distribution/ministry</a:t>
            </a:r>
          </a:p>
          <a:p>
            <a:r>
              <a:rPr lang="en-US" dirty="0" smtClean="0">
                <a:latin typeface="Baskerville Old Face" pitchFamily="18" charset="0"/>
              </a:rPr>
              <a:t>Street preaching/Evangelism ; Beach Evangelical gatherings ; </a:t>
            </a:r>
          </a:p>
          <a:p>
            <a:pPr>
              <a:buNone/>
            </a:pPr>
            <a:r>
              <a:rPr lang="en-US" dirty="0" smtClean="0">
                <a:latin typeface="Baskerville Old Face" pitchFamily="18" charset="0"/>
              </a:rPr>
              <a:t>	(12 States in India have passed bills about anti-conversion laws) </a:t>
            </a:r>
          </a:p>
          <a:p>
            <a:pPr>
              <a:buNone/>
            </a:pPr>
            <a:r>
              <a:rPr lang="en-US" dirty="0" smtClean="0">
                <a:latin typeface="Baskerville Old Face" pitchFamily="18" charset="0"/>
              </a:rPr>
              <a:t>	</a:t>
            </a:r>
            <a:r>
              <a:rPr lang="en-US" dirty="0" smtClean="0">
                <a:latin typeface="Baskerville Old Face" pitchFamily="18" charset="0"/>
              </a:rPr>
              <a:t>No longer safe….  (Permission not granted by the Police dept.)</a:t>
            </a:r>
          </a:p>
          <a:p>
            <a:r>
              <a:rPr lang="en-US" dirty="0" smtClean="0">
                <a:latin typeface="Baskerville Old Face" pitchFamily="18" charset="0"/>
              </a:rPr>
              <a:t>Street corners : Individual prayer </a:t>
            </a:r>
          </a:p>
          <a:p>
            <a:r>
              <a:rPr lang="en-US" dirty="0" smtClean="0">
                <a:latin typeface="Baskerville Old Face" pitchFamily="18" charset="0"/>
              </a:rPr>
              <a:t>Telephone </a:t>
            </a:r>
          </a:p>
          <a:p>
            <a:r>
              <a:rPr lang="en-US" dirty="0" smtClean="0">
                <a:latin typeface="Baskerville Old Face" pitchFamily="18" charset="0"/>
              </a:rPr>
              <a:t>TV </a:t>
            </a:r>
          </a:p>
          <a:p>
            <a:r>
              <a:rPr lang="en-US" dirty="0" smtClean="0">
                <a:latin typeface="Baskerville Old Face" pitchFamily="18" charset="0"/>
              </a:rPr>
              <a:t>Social Media</a:t>
            </a:r>
          </a:p>
          <a:p>
            <a:pPr lvl="1"/>
            <a:r>
              <a:rPr lang="en-US" b="1" dirty="0" smtClean="0">
                <a:solidFill>
                  <a:schemeClr val="accent2">
                    <a:lumMod val="75000"/>
                  </a:schemeClr>
                </a:solidFill>
                <a:latin typeface="Baskerville Old Face" pitchFamily="18" charset="0"/>
              </a:rPr>
              <a:t>Whatsapp</a:t>
            </a:r>
          </a:p>
          <a:p>
            <a:pPr lvl="1"/>
            <a:r>
              <a:rPr lang="en-US" b="1" dirty="0" smtClean="0">
                <a:solidFill>
                  <a:schemeClr val="accent2">
                    <a:lumMod val="75000"/>
                  </a:schemeClr>
                </a:solidFill>
                <a:latin typeface="Baskerville Old Face" pitchFamily="18" charset="0"/>
              </a:rPr>
              <a:t>Websites</a:t>
            </a:r>
          </a:p>
          <a:p>
            <a:pPr lvl="1"/>
            <a:r>
              <a:rPr lang="en-US" b="1" dirty="0" smtClean="0">
                <a:solidFill>
                  <a:schemeClr val="accent2">
                    <a:lumMod val="75000"/>
                  </a:schemeClr>
                </a:solidFill>
                <a:latin typeface="Baskerville Old Face" pitchFamily="18" charset="0"/>
              </a:rPr>
              <a:t>Christian messages &amp; Songs on </a:t>
            </a:r>
            <a:r>
              <a:rPr lang="en-US" b="1" dirty="0" err="1" smtClean="0">
                <a:solidFill>
                  <a:schemeClr val="accent2">
                    <a:lumMod val="75000"/>
                  </a:schemeClr>
                </a:solidFill>
                <a:latin typeface="Baskerville Old Face" pitchFamily="18" charset="0"/>
              </a:rPr>
              <a:t>utube</a:t>
            </a:r>
            <a:endParaRPr lang="en-US" b="1" dirty="0" smtClean="0">
              <a:solidFill>
                <a:schemeClr val="accent2">
                  <a:lumMod val="75000"/>
                </a:schemeClr>
              </a:solidFill>
              <a:latin typeface="Baskerville Old Face" pitchFamily="18" charset="0"/>
            </a:endParaRPr>
          </a:p>
          <a:p>
            <a:pPr lvl="1"/>
            <a:r>
              <a:rPr lang="en-US" b="1" dirty="0" err="1" smtClean="0">
                <a:solidFill>
                  <a:schemeClr val="accent2">
                    <a:lumMod val="75000"/>
                  </a:schemeClr>
                </a:solidFill>
                <a:latin typeface="Baskerville Old Face" pitchFamily="18" charset="0"/>
              </a:rPr>
              <a:t>Utube</a:t>
            </a:r>
            <a:r>
              <a:rPr lang="en-US" b="1" dirty="0" smtClean="0">
                <a:solidFill>
                  <a:schemeClr val="accent2">
                    <a:lumMod val="75000"/>
                  </a:schemeClr>
                </a:solidFill>
                <a:latin typeface="Baskerville Old Face" pitchFamily="18" charset="0"/>
              </a:rPr>
              <a:t> messages</a:t>
            </a:r>
          </a:p>
          <a:p>
            <a:r>
              <a:rPr lang="en-US" dirty="0" smtClean="0">
                <a:latin typeface="Baskerville Old Face" pitchFamily="18" charset="0"/>
              </a:rPr>
              <a:t>Christian history on </a:t>
            </a:r>
            <a:r>
              <a:rPr lang="en-US" dirty="0" err="1" smtClean="0">
                <a:latin typeface="Baskerville Old Face" pitchFamily="18" charset="0"/>
              </a:rPr>
              <a:t>utubes</a:t>
            </a:r>
            <a:r>
              <a:rPr lang="en-US" dirty="0" smtClean="0">
                <a:latin typeface="Baskerville Old Face" pitchFamily="18" charset="0"/>
              </a:rPr>
              <a:t> </a:t>
            </a:r>
          </a:p>
          <a:p>
            <a:r>
              <a:rPr lang="en-US" b="1" dirty="0" err="1" smtClean="0">
                <a:solidFill>
                  <a:schemeClr val="accent2">
                    <a:lumMod val="75000"/>
                  </a:schemeClr>
                </a:solidFill>
                <a:latin typeface="Baskerville Old Face" pitchFamily="18" charset="0"/>
              </a:rPr>
              <a:t>Neighbourhood</a:t>
            </a:r>
            <a:r>
              <a:rPr lang="en-US" b="1" dirty="0" smtClean="0">
                <a:solidFill>
                  <a:schemeClr val="accent2">
                    <a:lumMod val="75000"/>
                  </a:schemeClr>
                </a:solidFill>
                <a:latin typeface="Baskerville Old Face" pitchFamily="18" charset="0"/>
              </a:rPr>
              <a:t> ministry</a:t>
            </a:r>
          </a:p>
          <a:p>
            <a:r>
              <a:rPr lang="en-US" b="1" dirty="0" smtClean="0">
                <a:solidFill>
                  <a:schemeClr val="accent2">
                    <a:lumMod val="75000"/>
                  </a:schemeClr>
                </a:solidFill>
                <a:latin typeface="Baskerville Old Face" pitchFamily="18" charset="0"/>
              </a:rPr>
              <a:t>One to one evangelism </a:t>
            </a:r>
          </a:p>
          <a:p>
            <a:r>
              <a:rPr lang="en-US" b="1" dirty="0" smtClean="0">
                <a:solidFill>
                  <a:schemeClr val="accent2">
                    <a:lumMod val="75000"/>
                  </a:schemeClr>
                </a:solidFill>
                <a:latin typeface="Baskerville Old Face" pitchFamily="18" charset="0"/>
              </a:rPr>
              <a:t>Lifestyle Evangelism : Silent witness for </a:t>
            </a:r>
            <a:r>
              <a:rPr lang="en-US" b="1" dirty="0" smtClean="0">
                <a:solidFill>
                  <a:schemeClr val="accent2">
                    <a:lumMod val="75000"/>
                  </a:schemeClr>
                </a:solidFill>
                <a:latin typeface="Baskerville Old Face" pitchFamily="18" charset="0"/>
              </a:rPr>
              <a:t>C</a:t>
            </a:r>
            <a:r>
              <a:rPr lang="en-US" b="1" dirty="0" smtClean="0">
                <a:solidFill>
                  <a:schemeClr val="accent2">
                    <a:lumMod val="75000"/>
                  </a:schemeClr>
                </a:solidFill>
                <a:latin typeface="Baskerville Old Face" pitchFamily="18" charset="0"/>
              </a:rPr>
              <a:t>hrist </a:t>
            </a:r>
          </a:p>
          <a:p>
            <a:r>
              <a:rPr lang="en-US" b="1" dirty="0" smtClean="0">
                <a:solidFill>
                  <a:schemeClr val="accent2">
                    <a:lumMod val="75000"/>
                  </a:schemeClr>
                </a:solidFill>
                <a:latin typeface="Baskerville Old Face" pitchFamily="18" charset="0"/>
              </a:rPr>
              <a:t>Testimonies </a:t>
            </a:r>
            <a:endParaRPr lang="en-US" b="1" dirty="0">
              <a:solidFill>
                <a:schemeClr val="accent2">
                  <a:lumMod val="75000"/>
                </a:schemeClr>
              </a:solidFill>
              <a:latin typeface="Baskerville Old Face"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2042160"/>
          </a:xfrm>
        </p:spPr>
        <p:txBody>
          <a:bodyPr>
            <a:normAutofit fontScale="90000"/>
          </a:bodyPr>
          <a:lstStyle/>
          <a:p>
            <a:pPr algn="ctr"/>
            <a:r>
              <a:rPr lang="en-US" sz="3100" i="1" dirty="0" smtClean="0">
                <a:solidFill>
                  <a:schemeClr val="accent2">
                    <a:lumMod val="75000"/>
                  </a:schemeClr>
                </a:solidFill>
                <a:latin typeface="Baskerville Old Face" panose="02020602080505020303" pitchFamily="18" charset="0"/>
                <a:cs typeface="Baskerville Old Face" panose="02020602080505020303" pitchFamily="18" charset="0"/>
              </a:rPr>
              <a:t>THE PROCESS OF EVANGELISM</a:t>
            </a:r>
            <a:r>
              <a:rPr lang="en-US" sz="2200" i="1" dirty="0" smtClean="0">
                <a:solidFill>
                  <a:schemeClr val="accent2">
                    <a:lumMod val="75000"/>
                  </a:schemeClr>
                </a:solidFill>
                <a:latin typeface="Baskerville Old Face" panose="02020602080505020303" pitchFamily="18" charset="0"/>
                <a:cs typeface="Baskerville Old Face" panose="02020602080505020303" pitchFamily="18" charset="0"/>
              </a:rPr>
              <a:t/>
            </a:r>
            <a:br>
              <a:rPr lang="en-US" sz="2200" i="1" dirty="0" smtClean="0">
                <a:solidFill>
                  <a:schemeClr val="accent2">
                    <a:lumMod val="75000"/>
                  </a:schemeClr>
                </a:solidFill>
                <a:latin typeface="Baskerville Old Face" panose="02020602080505020303" pitchFamily="18" charset="0"/>
                <a:cs typeface="Baskerville Old Face" panose="02020602080505020303" pitchFamily="18" charset="0"/>
              </a:rPr>
            </a:br>
            <a:r>
              <a:rPr lang="en-US" sz="2200" dirty="0" smtClean="0">
                <a:solidFill>
                  <a:schemeClr val="accent2">
                    <a:lumMod val="75000"/>
                  </a:schemeClr>
                </a:solidFill>
                <a:latin typeface="Baskerville Old Face" panose="02020602080505020303" pitchFamily="18" charset="0"/>
                <a:cs typeface="Baskerville Old Face" panose="02020602080505020303" pitchFamily="18" charset="0"/>
              </a:rPr>
              <a:t>Stages a </a:t>
            </a:r>
            <a:r>
              <a:rPr lang="en-US" sz="2200" dirty="0" smtClean="0">
                <a:solidFill>
                  <a:schemeClr val="accent2">
                    <a:lumMod val="75000"/>
                  </a:schemeClr>
                </a:solidFill>
                <a:latin typeface="Baskerville Old Face" panose="02020602080505020303" pitchFamily="18" charset="0"/>
                <a:cs typeface="Baskerville Old Face" panose="02020602080505020303" pitchFamily="18" charset="0"/>
              </a:rPr>
              <a:t>Non-Believer </a:t>
            </a:r>
            <a:r>
              <a:rPr lang="en-US" sz="2200" dirty="0" smtClean="0">
                <a:solidFill>
                  <a:schemeClr val="accent2">
                    <a:lumMod val="75000"/>
                  </a:schemeClr>
                </a:solidFill>
                <a:latin typeface="Baskerville Old Face" panose="02020602080505020303" pitchFamily="18" charset="0"/>
                <a:cs typeface="Baskerville Old Face" panose="02020602080505020303" pitchFamily="18" charset="0"/>
              </a:rPr>
              <a:t>goes through</a:t>
            </a:r>
            <a:r>
              <a:rPr lang="en-US" sz="4800" dirty="0" smtClean="0">
                <a:latin typeface="Baskerville Old Face" panose="02020602080505020303" pitchFamily="18" charset="0"/>
                <a:cs typeface="Baskerville Old Face" panose="02020602080505020303" pitchFamily="18" charset="0"/>
              </a:rPr>
              <a:t/>
            </a:r>
            <a:br>
              <a:rPr lang="en-US" sz="4800" dirty="0" smtClean="0">
                <a:latin typeface="Baskerville Old Face" panose="02020602080505020303" pitchFamily="18" charset="0"/>
                <a:cs typeface="Baskerville Old Face" panose="02020602080505020303" pitchFamily="18" charset="0"/>
              </a:rPr>
            </a:b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The </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amount of information is directly proportionate to the  </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b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b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person’s  readiness </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for the Gospel’  </a:t>
            </a:r>
            <a:r>
              <a:rPr lang="en-US" sz="1800" dirty="0" smtClean="0">
                <a:latin typeface="Baskerville Old Face" panose="02020602080505020303" pitchFamily="18" charset="0"/>
                <a:cs typeface="Baskerville Old Face" panose="02020602080505020303" pitchFamily="18" charset="0"/>
                <a:sym typeface="+mn-ea"/>
              </a:rPr>
              <a:t>                     </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Dr. </a:t>
            </a:r>
            <a:r>
              <a:rPr lang="en-US" sz="1600" dirty="0" err="1" smtClean="0">
                <a:solidFill>
                  <a:schemeClr val="accent2">
                    <a:lumMod val="75000"/>
                  </a:schemeClr>
                </a:solidFill>
                <a:latin typeface="Baskerville Old Face" panose="02020602080505020303" pitchFamily="18" charset="0"/>
                <a:cs typeface="Baskerville Old Face" panose="02020602080505020303" pitchFamily="18" charset="0"/>
                <a:sym typeface="+mn-ea"/>
              </a:rPr>
              <a:t>PauL</a:t>
            </a:r>
            <a:r>
              <a:rPr lang="en-US" sz="16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GUPTA</a:t>
            </a:r>
            <a:r>
              <a:rPr lang="en-US" sz="1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r>
            <a:br>
              <a:rPr lang="en-US" sz="1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br>
            <a:r>
              <a:rPr lang="en-US" sz="1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r>
            <a:br>
              <a:rPr lang="en-US" sz="1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br>
            <a:r>
              <a:rPr lang="en-US" sz="1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MAN IS LOST  --------                 ---------                ----------            MAN IS SAVED !</a:t>
            </a:r>
            <a:endParaRPr lang="en-US" sz="1800" dirty="0">
              <a:solidFill>
                <a:schemeClr val="accent2">
                  <a:lumMod val="75000"/>
                </a:schemeClr>
              </a:solidFill>
            </a:endParaRPr>
          </a:p>
        </p:txBody>
      </p:sp>
      <p:graphicFrame>
        <p:nvGraphicFramePr>
          <p:cNvPr id="4" name="Content Placeholder 3"/>
          <p:cNvGraphicFramePr>
            <a:graphicFrameLocks noGrp="1"/>
          </p:cNvGraphicFramePr>
          <p:nvPr>
            <p:ph idx="1"/>
          </p:nvPr>
        </p:nvGraphicFramePr>
        <p:xfrm>
          <a:off x="0" y="1752600"/>
          <a:ext cx="8153400" cy="5257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6" name="Straight Arrow Connector 5"/>
          <p:cNvCxnSpPr/>
          <p:nvPr/>
        </p:nvCxnSpPr>
        <p:spPr>
          <a:xfrm>
            <a:off x="2743200" y="2286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4038600" y="2286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5181600" y="22860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0" dirty="0" smtClean="0">
                <a:solidFill>
                  <a:schemeClr val="accent2">
                    <a:lumMod val="75000"/>
                  </a:schemeClr>
                </a:solidFill>
              </a:rPr>
              <a:t>THE GOSPEL </a:t>
            </a:r>
            <a:endParaRPr lang="en-US" b="0" dirty="0">
              <a:solidFill>
                <a:schemeClr val="accent2">
                  <a:lumMod val="75000"/>
                </a:schemeClr>
              </a:solidFill>
            </a:endParaRPr>
          </a:p>
        </p:txBody>
      </p:sp>
      <p:sp>
        <p:nvSpPr>
          <p:cNvPr id="3" name="Content Placeholder 2"/>
          <p:cNvSpPr>
            <a:spLocks noGrp="1"/>
          </p:cNvSpPr>
          <p:nvPr>
            <p:ph idx="1"/>
          </p:nvPr>
        </p:nvSpPr>
        <p:spPr/>
        <p:txBody>
          <a:bodyPr>
            <a:normAutofit fontScale="55000" lnSpcReduction="20000"/>
          </a:bodyPr>
          <a:lstStyle/>
          <a:p>
            <a:r>
              <a:rPr lang="en-US" sz="3000" b="1" i="1" dirty="0" smtClean="0">
                <a:latin typeface="Baskerville Old Face" panose="02020602080505020303" pitchFamily="18" charset="0"/>
                <a:cs typeface="Baskerville Old Face" panose="02020602080505020303" pitchFamily="18" charset="0"/>
                <a:sym typeface="+mn-ea"/>
              </a:rPr>
              <a:t>Man is lost, </a:t>
            </a:r>
            <a:r>
              <a:rPr lang="en-US" sz="3000" b="1" i="1" dirty="0" err="1" smtClean="0">
                <a:latin typeface="Baskerville Old Face" panose="02020602080505020303" pitchFamily="18" charset="0"/>
                <a:cs typeface="Baskerville Old Face" panose="02020602080505020303" pitchFamily="18" charset="0"/>
                <a:sym typeface="+mn-ea"/>
              </a:rPr>
              <a:t>seperated</a:t>
            </a:r>
            <a:r>
              <a:rPr lang="en-US" sz="3000" b="1" i="1" dirty="0" smtClean="0">
                <a:latin typeface="Baskerville Old Face" panose="02020602080505020303" pitchFamily="18" charset="0"/>
                <a:cs typeface="Baskerville Old Face" panose="02020602080505020303" pitchFamily="18" charset="0"/>
                <a:sym typeface="+mn-ea"/>
              </a:rPr>
              <a:t> </a:t>
            </a:r>
            <a:r>
              <a:rPr lang="en-US" sz="3000" b="1" i="1" dirty="0" smtClean="0">
                <a:latin typeface="Baskerville Old Face" panose="02020602080505020303" pitchFamily="18" charset="0"/>
                <a:cs typeface="Baskerville Old Face" panose="02020602080505020303" pitchFamily="18" charset="0"/>
                <a:sym typeface="+mn-ea"/>
              </a:rPr>
              <a:t> from </a:t>
            </a:r>
            <a:r>
              <a:rPr lang="en-US" sz="3000" b="1" i="1" dirty="0" smtClean="0">
                <a:latin typeface="Baskerville Old Face" panose="02020602080505020303" pitchFamily="18" charset="0"/>
                <a:cs typeface="Baskerville Old Face" panose="02020602080505020303" pitchFamily="18" charset="0"/>
                <a:sym typeface="+mn-ea"/>
              </a:rPr>
              <a:t>God - living under the power of darkness</a:t>
            </a:r>
            <a:endParaRPr lang="en-US" sz="3000" b="1" i="1" dirty="0" smtClean="0">
              <a:latin typeface="Baskerville Old Face" panose="02020602080505020303" pitchFamily="18" charset="0"/>
              <a:cs typeface="Baskerville Old Face" panose="02020602080505020303" pitchFamily="18" charset="0"/>
            </a:endParaRPr>
          </a:p>
          <a:p>
            <a:r>
              <a:rPr lang="en-US" sz="3000" b="1" i="1" dirty="0" smtClean="0">
                <a:latin typeface="Baskerville Old Face" panose="02020602080505020303" pitchFamily="18" charset="0"/>
                <a:cs typeface="Baskerville Old Face" panose="02020602080505020303" pitchFamily="18" charset="0"/>
                <a:sym typeface="+mn-ea"/>
              </a:rPr>
              <a:t>Jesus is the </a:t>
            </a:r>
            <a:r>
              <a:rPr lang="en-US" sz="3000" b="1" i="1" dirty="0" smtClean="0">
                <a:latin typeface="Baskerville Old Face" panose="02020602080505020303" pitchFamily="18" charset="0"/>
                <a:cs typeface="Baskerville Old Face" panose="02020602080505020303" pitchFamily="18" charset="0"/>
                <a:sym typeface="+mn-ea"/>
              </a:rPr>
              <a:t>Answer</a:t>
            </a:r>
            <a:endParaRPr lang="en-US" sz="3000" b="1" i="1" dirty="0" smtClean="0">
              <a:latin typeface="Baskerville Old Face" panose="02020602080505020303" pitchFamily="18" charset="0"/>
              <a:cs typeface="Baskerville Old Face" panose="02020602080505020303" pitchFamily="18" charset="0"/>
            </a:endParaRPr>
          </a:p>
          <a:p>
            <a:r>
              <a:rPr lang="en-US" sz="3000" b="1" i="1" dirty="0" smtClean="0">
                <a:latin typeface="Baskerville Old Face" panose="02020602080505020303" pitchFamily="18" charset="0"/>
                <a:cs typeface="Baskerville Old Face" panose="02020602080505020303" pitchFamily="18" charset="0"/>
                <a:sym typeface="+mn-ea"/>
              </a:rPr>
              <a:t>None should perish</a:t>
            </a:r>
            <a:endParaRPr lang="en-US" sz="3000" b="1" i="1" dirty="0" smtClean="0">
              <a:latin typeface="Baskerville Old Face" panose="02020602080505020303" pitchFamily="18" charset="0"/>
              <a:cs typeface="Baskerville Old Face" panose="02020602080505020303" pitchFamily="18" charset="0"/>
            </a:endParaRPr>
          </a:p>
          <a:p>
            <a:r>
              <a:rPr lang="en-US" sz="3000" b="1" i="1" dirty="0" smtClean="0">
                <a:latin typeface="Baskerville Old Face" panose="02020602080505020303" pitchFamily="18" charset="0"/>
                <a:cs typeface="Baskerville Old Face" panose="02020602080505020303" pitchFamily="18" charset="0"/>
                <a:sym typeface="+mn-ea"/>
              </a:rPr>
              <a:t>We have to share the gospel</a:t>
            </a:r>
          </a:p>
          <a:p>
            <a:r>
              <a:rPr lang="en-US" sz="3000" b="1" i="1" dirty="0" smtClean="0">
                <a:latin typeface="Baskerville Old Face" panose="02020602080505020303" pitchFamily="18" charset="0"/>
                <a:cs typeface="Baskerville Old Face" panose="02020602080505020303" pitchFamily="18" charset="0"/>
              </a:rPr>
              <a:t>The miraculous Birth; the Pure &amp; Holy Life  on earth; the Inglorious Death; the Victorious Resurrection; the Glorious 2nd Coming !</a:t>
            </a:r>
          </a:p>
          <a:p>
            <a:endParaRPr lang="en-US" sz="3000" dirty="0" smtClean="0"/>
          </a:p>
          <a:p>
            <a:r>
              <a:rPr lang="en-US" sz="3000" b="1" dirty="0" smtClean="0">
                <a:latin typeface="Baskerville Old Face" panose="02020602080505020303" pitchFamily="18" charset="0"/>
                <a:cs typeface="Baskerville Old Face" panose="02020602080505020303" pitchFamily="18" charset="0"/>
              </a:rPr>
              <a:t>Sacrifice on the Cross - the Blood of Jesus Christ - the  Redemption of </a:t>
            </a:r>
            <a:r>
              <a:rPr lang="en-US" sz="3000" b="1" u="sng" dirty="0" smtClean="0">
                <a:latin typeface="Baskerville Old Face" panose="02020602080505020303" pitchFamily="18" charset="0"/>
                <a:cs typeface="Baskerville Old Face" panose="02020602080505020303" pitchFamily="18" charset="0"/>
              </a:rPr>
              <a:t>all   </a:t>
            </a:r>
            <a:r>
              <a:rPr lang="en-US" sz="3000" b="1" u="sng" dirty="0" smtClean="0">
                <a:latin typeface="Baskerville Old Face" panose="02020602080505020303" pitchFamily="18" charset="0"/>
                <a:cs typeface="Baskerville Old Face" panose="02020602080505020303" pitchFamily="18" charset="0"/>
              </a:rPr>
              <a:t>mankind </a:t>
            </a:r>
            <a:r>
              <a:rPr lang="en-US" sz="3000" b="1" u="sng" dirty="0" smtClean="0">
                <a:latin typeface="Baskerville Old Face" panose="02020602080505020303" pitchFamily="18" charset="0"/>
                <a:cs typeface="Baskerville Old Face" panose="02020602080505020303" pitchFamily="18" charset="0"/>
              </a:rPr>
              <a:t>:	</a:t>
            </a:r>
          </a:p>
          <a:p>
            <a:r>
              <a:rPr lang="en-US" sz="3000" b="1" dirty="0" smtClean="0">
                <a:latin typeface="Baskerville Old Face" panose="02020602080505020303" pitchFamily="18" charset="0"/>
                <a:cs typeface="Baskerville Old Face" panose="02020602080505020303" pitchFamily="18" charset="0"/>
              </a:rPr>
              <a:t>S : SINS  - forgiveness of</a:t>
            </a:r>
          </a:p>
          <a:p>
            <a:r>
              <a:rPr lang="en-US" sz="3000" b="1" dirty="0" smtClean="0">
                <a:latin typeface="Baskerville Old Face" panose="02020602080505020303" pitchFamily="18" charset="0"/>
                <a:cs typeface="Baskerville Old Face" panose="02020602080505020303" pitchFamily="18" charset="0"/>
              </a:rPr>
              <a:t>P : POVERTY - Breaking of </a:t>
            </a:r>
          </a:p>
          <a:p>
            <a:r>
              <a:rPr lang="en-US" sz="3000" b="1" dirty="0" smtClean="0">
                <a:latin typeface="Baskerville Old Face" panose="02020602080505020303" pitchFamily="18" charset="0"/>
                <a:cs typeface="Baskerville Old Face" panose="02020602080505020303" pitchFamily="18" charset="0"/>
              </a:rPr>
              <a:t>P : PROTECTION - from Evil-one and Evil Forces</a:t>
            </a:r>
          </a:p>
          <a:p>
            <a:r>
              <a:rPr lang="en-US" sz="3000" b="1" dirty="0" smtClean="0">
                <a:latin typeface="Baskerville Old Face" panose="02020602080505020303" pitchFamily="18" charset="0"/>
                <a:cs typeface="Baskerville Old Face" panose="02020602080505020303" pitchFamily="18" charset="0"/>
              </a:rPr>
              <a:t>E : ETERNAL LIFE to us</a:t>
            </a:r>
          </a:p>
          <a:p>
            <a:r>
              <a:rPr lang="en-US" sz="3000" b="1" dirty="0" smtClean="0">
                <a:latin typeface="Baskerville Old Face" panose="02020602080505020303" pitchFamily="18" charset="0"/>
                <a:cs typeface="Baskerville Old Face" panose="02020602080505020303" pitchFamily="18" charset="0"/>
              </a:rPr>
              <a:t>C : CURSES - breaking of</a:t>
            </a:r>
          </a:p>
          <a:p>
            <a:r>
              <a:rPr lang="en-US" sz="3000" b="1" dirty="0" smtClean="0">
                <a:latin typeface="Baskerville Old Face" panose="02020602080505020303" pitchFamily="18" charset="0"/>
                <a:cs typeface="Baskerville Old Face" panose="02020602080505020303" pitchFamily="18" charset="0"/>
              </a:rPr>
              <a:t>S : SICKNESS - Healing of </a:t>
            </a:r>
          </a:p>
          <a:p>
            <a:r>
              <a:rPr lang="en-US" sz="2400" b="1" i="1" dirty="0" smtClean="0">
                <a:latin typeface="Baskerville Old Face" panose="02020602080505020303" pitchFamily="18" charset="0"/>
                <a:cs typeface="Baskerville Old Face" panose="02020602080505020303" pitchFamily="18" charset="0"/>
                <a:sym typeface="+mn-ea"/>
              </a:rPr>
              <a:t>Rom 10:9 : ‘That if you confess with your mouth, “Jesus is Lord,” and believe in your heart that God raised Him from the dead, you will be saved. ‘</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051560"/>
          </a:xfrm>
        </p:spPr>
        <p:txBody>
          <a:bodyPr>
            <a:normAutofit fontScale="90000"/>
          </a:bodyPr>
          <a:lstStyle/>
          <a:p>
            <a:pPr algn="ctr"/>
            <a:r>
              <a:rPr lang="en-US" i="1" dirty="0" smtClean="0">
                <a:solidFill>
                  <a:schemeClr val="accent2">
                    <a:lumMod val="75000"/>
                  </a:schemeClr>
                </a:solidFill>
              </a:rPr>
              <a:t>Gospel</a:t>
            </a:r>
            <a:br>
              <a:rPr lang="en-US" i="1" dirty="0" smtClean="0">
                <a:solidFill>
                  <a:schemeClr val="accent2">
                    <a:lumMod val="75000"/>
                  </a:schemeClr>
                </a:solidFill>
              </a:rPr>
            </a:br>
            <a:endParaRPr lang="en-US" dirty="0">
              <a:solidFill>
                <a:schemeClr val="accent2">
                  <a:lumMod val="75000"/>
                </a:schemeClr>
              </a:solidFill>
            </a:endParaRPr>
          </a:p>
        </p:txBody>
      </p:sp>
      <p:sp>
        <p:nvSpPr>
          <p:cNvPr id="3" name="Content Placeholder 2"/>
          <p:cNvSpPr>
            <a:spLocks noGrp="1"/>
          </p:cNvSpPr>
          <p:nvPr>
            <p:ph idx="1"/>
          </p:nvPr>
        </p:nvSpPr>
        <p:spPr>
          <a:xfrm>
            <a:off x="457200" y="990600"/>
            <a:ext cx="7239000" cy="5465136"/>
          </a:xfrm>
        </p:spPr>
        <p:txBody>
          <a:bodyPr>
            <a:normAutofit/>
          </a:bodyPr>
          <a:lstStyle/>
          <a:p>
            <a:r>
              <a:rPr lang="en-US" sz="2400" dirty="0" smtClean="0">
                <a:latin typeface="Baskerville Old Face" pitchFamily="18" charset="0"/>
              </a:rPr>
              <a:t>Man : Sin </a:t>
            </a:r>
            <a:r>
              <a:rPr lang="en-US" sz="2400" dirty="0" smtClean="0">
                <a:latin typeface="Baskerville Old Face" pitchFamily="18" charset="0"/>
              </a:rPr>
              <a:t>separates </a:t>
            </a:r>
            <a:r>
              <a:rPr lang="en-US" sz="2400" dirty="0" smtClean="0">
                <a:latin typeface="Baskerville Old Face" pitchFamily="18" charset="0"/>
              </a:rPr>
              <a:t>man ---  from God</a:t>
            </a:r>
          </a:p>
          <a:p>
            <a:r>
              <a:rPr lang="en-US" sz="2400" dirty="0" smtClean="0">
                <a:latin typeface="Baskerville Old Face" pitchFamily="18" charset="0"/>
              </a:rPr>
              <a:t>Man </a:t>
            </a:r>
            <a:r>
              <a:rPr lang="en-US" sz="2400" dirty="0" smtClean="0">
                <a:latin typeface="Baskerville Old Face" pitchFamily="18" charset="0"/>
              </a:rPr>
              <a:t>: Through Christ  + Reconciles with God </a:t>
            </a:r>
          </a:p>
          <a:p>
            <a:pPr algn="just"/>
            <a:r>
              <a:rPr lang="en-US" sz="2400" b="1" i="1" dirty="0" smtClean="0">
                <a:latin typeface="Baskerville Old Face" pitchFamily="18" charset="0"/>
                <a:cs typeface="Baskerville Old Face" panose="02020602080505020303" pitchFamily="18" charset="0"/>
                <a:sym typeface="+mn-ea"/>
              </a:rPr>
              <a:t>Rom </a:t>
            </a:r>
            <a:r>
              <a:rPr lang="en-US" sz="2400" b="1" i="1" dirty="0" smtClean="0">
                <a:latin typeface="Baskerville Old Face" pitchFamily="18" charset="0"/>
                <a:cs typeface="Baskerville Old Face" panose="02020602080505020303" pitchFamily="18" charset="0"/>
                <a:sym typeface="+mn-ea"/>
              </a:rPr>
              <a:t>5:8 : </a:t>
            </a:r>
            <a:r>
              <a:rPr lang="en-US" sz="2400" b="1" i="1" dirty="0" smtClean="0">
                <a:latin typeface="Baskerville Old Face" pitchFamily="18" charset="0"/>
                <a:cs typeface="Baskerville Old Face" panose="02020602080505020303" pitchFamily="18" charset="0"/>
                <a:sym typeface="+mn-ea"/>
              </a:rPr>
              <a:t>‘</a:t>
            </a:r>
            <a:r>
              <a:rPr lang="en-US" sz="2000" b="1" i="1" dirty="0" smtClean="0">
                <a:latin typeface="Baskerville Old Face" pitchFamily="18" charset="0"/>
                <a:cs typeface="Baskerville Old Face" panose="02020602080505020303" pitchFamily="18" charset="0"/>
                <a:sym typeface="+mn-ea"/>
              </a:rPr>
              <a:t>But </a:t>
            </a:r>
            <a:r>
              <a:rPr lang="en-US" sz="2000" b="1" i="1" dirty="0" smtClean="0">
                <a:latin typeface="Baskerville Old Face" pitchFamily="18" charset="0"/>
                <a:cs typeface="Baskerville Old Face" panose="02020602080505020303" pitchFamily="18" charset="0"/>
                <a:sym typeface="+mn-ea"/>
              </a:rPr>
              <a:t>God demonstrates His own love for us </a:t>
            </a:r>
            <a:r>
              <a:rPr lang="en-US" sz="2000" b="1" i="1" dirty="0" smtClean="0">
                <a:latin typeface="Baskerville Old Face" pitchFamily="18" charset="0"/>
                <a:cs typeface="Baskerville Old Face" panose="02020602080505020303" pitchFamily="18" charset="0"/>
                <a:sym typeface="+mn-ea"/>
              </a:rPr>
              <a:t>in </a:t>
            </a:r>
            <a:r>
              <a:rPr lang="en-US" sz="2000" b="1" i="1" dirty="0" smtClean="0">
                <a:latin typeface="Baskerville Old Face" pitchFamily="18" charset="0"/>
                <a:cs typeface="Baskerville Old Face" panose="02020602080505020303" pitchFamily="18" charset="0"/>
                <a:sym typeface="+mn-ea"/>
              </a:rPr>
              <a:t>this : While we were still sinners, </a:t>
            </a:r>
            <a:r>
              <a:rPr lang="en-US" sz="2000" b="1" i="1" dirty="0" smtClean="0">
                <a:latin typeface="Baskerville Old Face" pitchFamily="18" charset="0"/>
                <a:cs typeface="Baskerville Old Face" panose="02020602080505020303" pitchFamily="18" charset="0"/>
                <a:sym typeface="+mn-ea"/>
              </a:rPr>
              <a:t>Christ</a:t>
            </a:r>
            <a:r>
              <a:rPr lang="en-US" sz="2000" b="1" i="1" dirty="0" smtClean="0">
                <a:latin typeface="Baskerville Old Face" pitchFamily="18" charset="0"/>
                <a:cs typeface="Baskerville Old Face" panose="02020602080505020303" pitchFamily="18" charset="0"/>
                <a:sym typeface="+mn-ea"/>
              </a:rPr>
              <a:t> </a:t>
            </a:r>
            <a:r>
              <a:rPr lang="en-US" sz="2000" b="1" i="1" dirty="0" smtClean="0">
                <a:latin typeface="Baskerville Old Face" pitchFamily="18" charset="0"/>
                <a:cs typeface="Baskerville Old Face" panose="02020602080505020303" pitchFamily="18" charset="0"/>
                <a:sym typeface="+mn-ea"/>
              </a:rPr>
              <a:t>died or </a:t>
            </a:r>
            <a:r>
              <a:rPr lang="en-US" sz="2000" b="1" i="1" dirty="0" smtClean="0">
                <a:latin typeface="Baskerville Old Face" pitchFamily="18" charset="0"/>
                <a:cs typeface="Baskerville Old Face" panose="02020602080505020303" pitchFamily="18" charset="0"/>
                <a:sym typeface="+mn-ea"/>
              </a:rPr>
              <a:t>us.’</a:t>
            </a:r>
            <a:r>
              <a:rPr lang="en-US" sz="2000" b="1" dirty="0" smtClean="0">
                <a:solidFill>
                  <a:schemeClr val="bg2">
                    <a:lumMod val="75000"/>
                  </a:schemeClr>
                </a:solidFill>
                <a:effectLst>
                  <a:glow rad="101600">
                    <a:srgbClr val="002060">
                      <a:alpha val="60000"/>
                    </a:srgbClr>
                  </a:glow>
                </a:effectLst>
                <a:latin typeface="Baskerville Old Face" pitchFamily="18" charset="0"/>
                <a:sym typeface="+mn-ea"/>
              </a:rPr>
              <a:t> </a:t>
            </a:r>
            <a:endParaRPr lang="en-US" sz="2000" b="1" dirty="0" smtClean="0">
              <a:solidFill>
                <a:schemeClr val="bg2">
                  <a:lumMod val="75000"/>
                </a:schemeClr>
              </a:solidFill>
              <a:effectLst>
                <a:glow rad="101600">
                  <a:srgbClr val="002060">
                    <a:alpha val="60000"/>
                  </a:srgbClr>
                </a:glow>
              </a:effectLst>
              <a:latin typeface="Baskerville Old Face" pitchFamily="18" charset="0"/>
              <a:sym typeface="+mn-ea"/>
            </a:endParaRPr>
          </a:p>
          <a:p>
            <a:pPr algn="just"/>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2 </a:t>
            </a:r>
            <a:r>
              <a:rPr lang="en-US" sz="2400" b="1" dirty="0" err="1" smtClean="0">
                <a:solidFill>
                  <a:schemeClr val="bg2">
                    <a:lumMod val="75000"/>
                  </a:schemeClr>
                </a:solidFill>
                <a:effectLst>
                  <a:glow rad="101600">
                    <a:srgbClr val="002060">
                      <a:alpha val="60000"/>
                    </a:srgbClr>
                  </a:glow>
                </a:effectLst>
                <a:latin typeface="Baskerville Old Face" pitchFamily="18" charset="0"/>
                <a:sym typeface="+mn-ea"/>
              </a:rPr>
              <a:t>Cor</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 5:19,20</a:t>
            </a:r>
          </a:p>
          <a:p>
            <a:pPr algn="just"/>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19 ‘And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He has committed to us the message of reconciliation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 that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is</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restoration to favor with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God ) .</a:t>
            </a:r>
            <a:endParaRPr lang="en-US" sz="2400" b="1" dirty="0" smtClean="0">
              <a:solidFill>
                <a:schemeClr val="bg2">
                  <a:lumMod val="75000"/>
                </a:schemeClr>
              </a:solidFill>
              <a:effectLst>
                <a:glow rad="101600">
                  <a:srgbClr val="002060">
                    <a:alpha val="60000"/>
                  </a:srgbClr>
                </a:glow>
              </a:effectLst>
              <a:latin typeface="Baskerville Old Face" pitchFamily="18" charset="0"/>
              <a:sym typeface="+mn-ea"/>
            </a:endParaRPr>
          </a:p>
          <a:p>
            <a:pPr algn="just"/>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20 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 We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are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therefore ambassadors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for Christ, as though God were making His appeal through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us ;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we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 as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Christ’s representatives] plead with you on behalf of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Christ  </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to be reconciled to God</a:t>
            </a:r>
            <a:r>
              <a:rPr lang="en-US" sz="2400" b="1" dirty="0" smtClean="0">
                <a:solidFill>
                  <a:schemeClr val="bg2">
                    <a:lumMod val="75000"/>
                  </a:schemeClr>
                </a:solidFill>
                <a:effectLst>
                  <a:glow rad="101600">
                    <a:srgbClr val="002060">
                      <a:alpha val="60000"/>
                    </a:srgbClr>
                  </a:glow>
                </a:effectLst>
                <a:latin typeface="Baskerville Old Face" pitchFamily="18" charset="0"/>
                <a:sym typeface="+mn-ea"/>
              </a:rPr>
              <a:t>.’</a:t>
            </a:r>
            <a:endParaRPr lang="en-US" sz="2400" b="1" dirty="0" smtClean="0">
              <a:solidFill>
                <a:schemeClr val="bg2">
                  <a:lumMod val="75000"/>
                </a:schemeClr>
              </a:solidFill>
              <a:effectLst>
                <a:glow rad="101600">
                  <a:srgbClr val="002060">
                    <a:alpha val="60000"/>
                  </a:srgbClr>
                </a:glow>
              </a:effectLst>
              <a:latin typeface="Baskerville Old Face" pitchFamily="18" charset="0"/>
              <a:sym typeface="+mn-ea"/>
            </a:endParaRPr>
          </a:p>
          <a:p>
            <a:pPr algn="just"/>
            <a:endParaRPr lang="en-US" sz="2400" b="1" i="1" dirty="0" smtClean="0">
              <a:latin typeface="Baskerville Old Face" pitchFamily="18" charset="0"/>
              <a:cs typeface="Baskerville Old Face" panose="02020602080505020303" pitchFamily="18" charset="0"/>
            </a:endParaRPr>
          </a:p>
          <a:p>
            <a:endParaRPr lang="en-US" dirty="0" smtClean="0"/>
          </a:p>
          <a:p>
            <a:endParaRPr lang="en-US"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7239000" cy="5617536"/>
          </a:xfrm>
        </p:spPr>
        <p:txBody>
          <a:bodyPr>
            <a:normAutofit fontScale="77500" lnSpcReduction="20000"/>
          </a:bodyPr>
          <a:lstStyle/>
          <a:p>
            <a:pPr>
              <a:buNone/>
            </a:pPr>
            <a:r>
              <a:rPr lang="en-US" sz="3800" b="1" i="1" dirty="0" smtClean="0">
                <a:latin typeface="Baskerville Old Face" panose="02020602080505020303" pitchFamily="18" charset="0"/>
                <a:cs typeface="Baskerville Old Face" panose="02020602080505020303" pitchFamily="18" charset="0"/>
              </a:rPr>
              <a:t>	The Great </a:t>
            </a:r>
            <a:r>
              <a:rPr lang="en-US" sz="3800" b="1" i="1" dirty="0" smtClean="0">
                <a:latin typeface="Baskerville Old Face" panose="02020602080505020303" pitchFamily="18" charset="0"/>
                <a:cs typeface="Baskerville Old Face" panose="02020602080505020303" pitchFamily="18" charset="0"/>
              </a:rPr>
              <a:t>C</a:t>
            </a:r>
            <a:r>
              <a:rPr lang="en-US" sz="3800" b="1" i="1" dirty="0" smtClean="0">
                <a:latin typeface="Baskerville Old Face" panose="02020602080505020303" pitchFamily="18" charset="0"/>
                <a:cs typeface="Baskerville Old Face" panose="02020602080505020303" pitchFamily="18" charset="0"/>
              </a:rPr>
              <a:t>ommission Evangelism Mandate </a:t>
            </a:r>
            <a:r>
              <a:rPr lang="en-US" sz="3800" b="1" i="1" dirty="0" smtClean="0">
                <a:latin typeface="Baskerville Old Face" panose="02020602080505020303" pitchFamily="18" charset="0"/>
                <a:cs typeface="Baskerville Old Face" panose="02020602080505020303" pitchFamily="18" charset="0"/>
              </a:rPr>
              <a:t>:</a:t>
            </a:r>
          </a:p>
          <a:p>
            <a:pPr lvl="1"/>
            <a:r>
              <a:rPr lang="en-US" sz="3500" b="1" i="1" dirty="0" smtClean="0">
                <a:solidFill>
                  <a:schemeClr val="accent2">
                    <a:lumMod val="75000"/>
                  </a:schemeClr>
                </a:solidFill>
                <a:latin typeface="Baskerville Old Face" panose="02020602080505020303" pitchFamily="18" charset="0"/>
                <a:cs typeface="Baskerville Old Face" panose="02020602080505020303" pitchFamily="18" charset="0"/>
              </a:rPr>
              <a:t>Matt 28 : 18,19  :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Therefore,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 go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and  </a:t>
            </a:r>
            <a:r>
              <a:rPr lang="en-US" sz="2900" b="1" i="1" u="sng" dirty="0" smtClean="0">
                <a:solidFill>
                  <a:schemeClr val="accent2">
                    <a:lumMod val="75000"/>
                  </a:schemeClr>
                </a:solidFill>
                <a:latin typeface="Baskerville Old Face" panose="02020602080505020303" pitchFamily="18" charset="0"/>
                <a:cs typeface="Baskerville Old Face" panose="02020602080505020303" pitchFamily="18" charset="0"/>
              </a:rPr>
              <a:t>make disciples of all nations,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baptizing them in the name of the Father, and of the Son, and of the Holy Spirit, and teaching them to obey everything, I have commanded you. ‘ </a:t>
            </a:r>
          </a:p>
          <a:p>
            <a:pPr lvl="1"/>
            <a:r>
              <a:rPr lang="en-US" sz="3500" b="1" i="1" dirty="0" smtClean="0">
                <a:solidFill>
                  <a:schemeClr val="accent2">
                    <a:lumMod val="75000"/>
                  </a:schemeClr>
                </a:solidFill>
                <a:latin typeface="Baskerville Old Face" panose="02020602080505020303" pitchFamily="18" charset="0"/>
                <a:cs typeface="Baskerville Old Face" panose="02020602080505020303" pitchFamily="18" charset="0"/>
              </a:rPr>
              <a:t>Ezekiel 33: 7 to 9 =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Watchman ; Warning people of their sins</a:t>
            </a:r>
          </a:p>
          <a:p>
            <a:pPr lvl="1"/>
            <a:r>
              <a:rPr lang="en-US" sz="3500" b="1" i="1" dirty="0" smtClean="0">
                <a:solidFill>
                  <a:schemeClr val="accent2">
                    <a:lumMod val="75000"/>
                  </a:schemeClr>
                </a:solidFill>
                <a:latin typeface="Baskerville Old Face" panose="02020602080505020303" pitchFamily="18" charset="0"/>
                <a:cs typeface="Baskerville Old Face" panose="02020602080505020303" pitchFamily="18" charset="0"/>
              </a:rPr>
              <a:t>1 Tim 2: 3,4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This is good, and pleases God our </a:t>
            </a:r>
            <a:r>
              <a:rPr lang="en-US" sz="2900" b="1" i="1" dirty="0" err="1" smtClean="0">
                <a:solidFill>
                  <a:schemeClr val="accent2">
                    <a:lumMod val="75000"/>
                  </a:schemeClr>
                </a:solidFill>
                <a:latin typeface="Baskerville Old Face" panose="02020602080505020303" pitchFamily="18" charset="0"/>
                <a:cs typeface="Baskerville Old Face" panose="02020602080505020303" pitchFamily="18" charset="0"/>
              </a:rPr>
              <a:t>Saviour</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 who wants all people to be saved and to come to a knowledge of the truth.’         </a:t>
            </a:r>
          </a:p>
          <a:p>
            <a:pPr lvl="1"/>
            <a:r>
              <a:rPr lang="en-US" sz="3500" b="1" i="1" dirty="0" smtClean="0">
                <a:solidFill>
                  <a:schemeClr val="accent2">
                    <a:lumMod val="75000"/>
                  </a:schemeClr>
                </a:solidFill>
                <a:latin typeface="Baskerville Old Face" panose="02020602080505020303" pitchFamily="18" charset="0"/>
                <a:cs typeface="Baskerville Old Face" panose="02020602080505020303" pitchFamily="18" charset="0"/>
              </a:rPr>
              <a:t>Luke 19:10  </a:t>
            </a:r>
            <a:r>
              <a:rPr lang="en-US" sz="2900" b="1" i="1" dirty="0" smtClean="0">
                <a:solidFill>
                  <a:schemeClr val="accent2">
                    <a:lumMod val="75000"/>
                  </a:schemeClr>
                </a:solidFill>
                <a:latin typeface="Baskerville Old Face" panose="02020602080505020303" pitchFamily="18" charset="0"/>
                <a:cs typeface="Baskerville Old Face" panose="02020602080505020303" pitchFamily="18" charset="0"/>
              </a:rPr>
              <a:t>‘ the Son of man has come  to seek and to save that which was lost’  </a:t>
            </a:r>
            <a:r>
              <a:rPr lang="en-US" sz="3500" b="1" i="1" dirty="0" smtClean="0">
                <a:solidFill>
                  <a:schemeClr val="accent2">
                    <a:lumMod val="75000"/>
                  </a:schemeClr>
                </a:solidFill>
                <a:latin typeface="Baskerville Old Face" panose="02020602080505020303" pitchFamily="18" charset="0"/>
                <a:cs typeface="Baskerville Old Face" panose="02020602080505020303" pitchFamily="18" charset="0"/>
              </a:rPr>
              <a:t>(also Matt18:11)</a:t>
            </a:r>
          </a:p>
          <a:p>
            <a:pPr lvl="1"/>
            <a:r>
              <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Carriers </a:t>
            </a:r>
            <a:r>
              <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of the Gospel</a:t>
            </a:r>
            <a:endPar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Living Epistles</a:t>
            </a:r>
            <a:endPar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Peace makers</a:t>
            </a:r>
            <a:endPar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Peace of God</a:t>
            </a:r>
            <a:endParaRPr lang="en-US" sz="35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endParaRPr lang="en-US" dirty="0">
              <a:solidFill>
                <a:schemeClr val="accent2">
                  <a:lumMod val="75000"/>
                </a:schemeClr>
              </a:solidFill>
            </a:endParaRPr>
          </a:p>
        </p:txBody>
      </p:sp>
      <p:sp>
        <p:nvSpPr>
          <p:cNvPr id="4" name="Text Box 3"/>
          <p:cNvSpPr txBox="1">
            <a:spLocks noGrp="1"/>
          </p:cNvSpPr>
          <p:nvPr>
            <p:ph type="title"/>
          </p:nvPr>
        </p:nvSpPr>
        <p:spPr>
          <a:xfrm>
            <a:off x="457200" y="320040"/>
            <a:ext cx="6629400" cy="43088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i="1" dirty="0">
                <a:solidFill>
                  <a:schemeClr val="accent2">
                    <a:lumMod val="75000"/>
                  </a:schemeClr>
                </a:solidFill>
                <a:latin typeface="Baskerville Old Face" panose="02020602080505020303" pitchFamily="18" charset="0"/>
                <a:cs typeface="Baskerville Old Face" panose="02020602080505020303" pitchFamily="18" charset="0"/>
                <a:sym typeface="+mn-ea"/>
              </a:rPr>
              <a:t>Who is an Evangelist ?</a:t>
            </a:r>
            <a:endParaRPr lang="en-US" sz="2800" i="1" dirty="0">
              <a:solidFill>
                <a:schemeClr val="accent2">
                  <a:lumMod val="75000"/>
                </a:schemeClr>
              </a:solidFill>
              <a:latin typeface="Baskerville Old Face" panose="02020602080505020303" pitchFamily="18" charset="0"/>
              <a:cs typeface="Baskerville Old Face" panose="02020602080505020303"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7239000" cy="990600"/>
          </a:xfrm>
        </p:spPr>
        <p:txBody>
          <a:bodyPr>
            <a:normAutofit fontScale="90000"/>
          </a:bodyPr>
          <a:lstStyle/>
          <a:p>
            <a:pPr algn="ct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
            </a:r>
            <a:br>
              <a:rPr lang="en-US" b="0" i="1" dirty="0" smtClean="0">
                <a:solidFill>
                  <a:schemeClr val="accent2">
                    <a:lumMod val="75000"/>
                  </a:schemeClr>
                </a:solidFill>
                <a:latin typeface="Algerian" panose="04020705040A02060702" pitchFamily="82" charset="0"/>
              </a:rPr>
            </a:br>
            <a:r>
              <a:rPr lang="en-US" b="0" i="1" dirty="0" smtClean="0">
                <a:solidFill>
                  <a:schemeClr val="accent2">
                    <a:lumMod val="75000"/>
                  </a:schemeClr>
                </a:solidFill>
                <a:latin typeface="Algerian" panose="04020705040A02060702" pitchFamily="82" charset="0"/>
              </a:rPr>
              <a:t>WHO </a:t>
            </a:r>
            <a:r>
              <a:rPr lang="en-US" b="0" i="1" dirty="0" smtClean="0">
                <a:solidFill>
                  <a:schemeClr val="accent2">
                    <a:lumMod val="75000"/>
                  </a:schemeClr>
                </a:solidFill>
                <a:latin typeface="Algerian" panose="04020705040A02060702" pitchFamily="82" charset="0"/>
              </a:rPr>
              <a:t>AM I </a:t>
            </a:r>
            <a:r>
              <a:rPr lang="en-US" b="0" i="1" dirty="0" smtClean="0">
                <a:solidFill>
                  <a:schemeClr val="accent2">
                    <a:lumMod val="75000"/>
                  </a:schemeClr>
                </a:solidFill>
                <a:latin typeface="Algerian" panose="04020705040A02060702" pitchFamily="82" charset="0"/>
              </a:rPr>
              <a:t>?</a:t>
            </a:r>
            <a:endParaRPr lang="en-US" dirty="0">
              <a:solidFill>
                <a:schemeClr val="accent2">
                  <a:lumMod val="75000"/>
                </a:schemeClr>
              </a:solidFill>
            </a:endParaRPr>
          </a:p>
        </p:txBody>
      </p:sp>
      <p:sp>
        <p:nvSpPr>
          <p:cNvPr id="3" name="Content Placeholder 2"/>
          <p:cNvSpPr>
            <a:spLocks noGrp="1"/>
          </p:cNvSpPr>
          <p:nvPr>
            <p:ph idx="1"/>
          </p:nvPr>
        </p:nvSpPr>
        <p:spPr>
          <a:xfrm>
            <a:off x="457200" y="1143000"/>
            <a:ext cx="7239000" cy="5312736"/>
          </a:xfrm>
        </p:spPr>
        <p:txBody>
          <a:bodyPr>
            <a:normAutofit fontScale="25000" lnSpcReduction="20000"/>
          </a:bodyPr>
          <a:lstStyle/>
          <a:p>
            <a:endParaRPr lang="en-US" sz="2400" b="1" i="1" dirty="0" smtClean="0">
              <a:latin typeface="Baskerville Old Face" panose="02020602080505020303" pitchFamily="18" charset="0"/>
              <a:cs typeface="Baskerville Old Face" panose="02020602080505020303" pitchFamily="18" charset="0"/>
            </a:endParaRPr>
          </a:p>
          <a:p>
            <a:r>
              <a:rPr lang="en-US" sz="6400" b="1" i="1" dirty="0" smtClean="0">
                <a:latin typeface="Baskerville Old Face" panose="02020602080505020303" pitchFamily="18" charset="0"/>
                <a:cs typeface="Baskerville Old Face" panose="02020602080505020303" pitchFamily="18" charset="0"/>
              </a:rPr>
              <a:t>Who </a:t>
            </a:r>
            <a:r>
              <a:rPr lang="en-US" sz="6400" b="1" i="1" dirty="0" smtClean="0">
                <a:latin typeface="Baskerville Old Face" panose="02020602080505020303" pitchFamily="18" charset="0"/>
                <a:cs typeface="Baskerville Old Face" panose="02020602080505020303" pitchFamily="18" charset="0"/>
              </a:rPr>
              <a:t>am I in Christ ?</a:t>
            </a:r>
          </a:p>
          <a:p>
            <a:r>
              <a:rPr lang="en-US" sz="6400" b="1" i="1" dirty="0" smtClean="0">
                <a:latin typeface="Baskerville Old Face" panose="02020602080505020303" pitchFamily="18" charset="0"/>
                <a:cs typeface="Baskerville Old Face" panose="02020602080505020303" pitchFamily="18" charset="0"/>
              </a:rPr>
              <a:t>‘</a:t>
            </a:r>
            <a:r>
              <a:rPr lang="en-US" sz="6400" b="1" i="1" u="sng" dirty="0" smtClean="0">
                <a:latin typeface="Baskerville Old Face" panose="02020602080505020303" pitchFamily="18" charset="0"/>
                <a:cs typeface="Baskerville Old Face" panose="02020602080505020303" pitchFamily="18" charset="0"/>
              </a:rPr>
              <a:t>I am accepted in Christ ‘ </a:t>
            </a:r>
            <a:r>
              <a:rPr lang="en-US" sz="6400" b="1" i="1" dirty="0" smtClean="0">
                <a:latin typeface="Baskerville Old Face" panose="02020602080505020303" pitchFamily="18" charset="0"/>
                <a:cs typeface="Baskerville Old Face" panose="02020602080505020303" pitchFamily="18" charset="0"/>
              </a:rPr>
              <a:t> </a:t>
            </a:r>
            <a:r>
              <a:rPr lang="en-US" sz="6400" b="1" dirty="0" smtClean="0">
                <a:latin typeface="Baskerville Old Face" panose="02020602080505020303" pitchFamily="18" charset="0"/>
                <a:cs typeface="Baskerville Old Face" panose="02020602080505020303" pitchFamily="18" charset="0"/>
              </a:rPr>
              <a:t>I have been justified ( Rom 5:1)</a:t>
            </a:r>
          </a:p>
          <a:p>
            <a:r>
              <a:rPr lang="en-US" sz="6400" b="1" dirty="0" smtClean="0">
                <a:latin typeface="Baskerville Old Face" panose="02020602080505020303" pitchFamily="18" charset="0"/>
                <a:cs typeface="Baskerville Old Face" panose="02020602080505020303" pitchFamily="18" charset="0"/>
              </a:rPr>
              <a:t>I am God’s child (John 1:12);  I have been bought with a price – I belong to God ( 1 </a:t>
            </a:r>
            <a:r>
              <a:rPr lang="en-US" sz="6400" b="1" dirty="0" err="1" smtClean="0">
                <a:latin typeface="Baskerville Old Face" panose="02020602080505020303" pitchFamily="18" charset="0"/>
                <a:cs typeface="Baskerville Old Face" panose="02020602080505020303" pitchFamily="18" charset="0"/>
              </a:rPr>
              <a:t>Cor</a:t>
            </a:r>
            <a:r>
              <a:rPr lang="en-US" sz="6400" b="1" dirty="0" smtClean="0">
                <a:latin typeface="Baskerville Old Face" panose="02020602080505020303" pitchFamily="18" charset="0"/>
                <a:cs typeface="Baskerville Old Face" panose="02020602080505020303" pitchFamily="18" charset="0"/>
              </a:rPr>
              <a:t> 6:17</a:t>
            </a:r>
            <a:r>
              <a:rPr lang="en-US" sz="6400" b="1" dirty="0" smtClean="0">
                <a:latin typeface="Baskerville Old Face" panose="02020602080505020303" pitchFamily="18" charset="0"/>
                <a:cs typeface="Baskerville Old Face" panose="02020602080505020303" pitchFamily="18" charset="0"/>
              </a:rPr>
              <a:t>); </a:t>
            </a:r>
          </a:p>
          <a:p>
            <a:r>
              <a:rPr lang="en-US" sz="6400" b="1" dirty="0" smtClean="0">
                <a:latin typeface="Baskerville Old Face" panose="02020602080505020303" pitchFamily="18" charset="0"/>
                <a:cs typeface="Baskerville Old Face" panose="02020602080505020303" pitchFamily="18" charset="0"/>
              </a:rPr>
              <a:t>I am confident that the good work God has begun in me will be perfected; </a:t>
            </a:r>
          </a:p>
          <a:p>
            <a:r>
              <a:rPr lang="en-US" sz="6400" b="1" dirty="0" smtClean="0">
                <a:latin typeface="Baskerville Old Face" panose="02020602080505020303" pitchFamily="18" charset="0"/>
                <a:cs typeface="Baskerville Old Face" panose="02020602080505020303" pitchFamily="18" charset="0"/>
              </a:rPr>
              <a:t>I am hidden with Christ in God; I am assured that all things work together for God.</a:t>
            </a:r>
            <a:endParaRPr lang="en-US" sz="6400" b="1" dirty="0" smtClean="0">
              <a:latin typeface="Baskerville Old Face" panose="02020602080505020303" pitchFamily="18" charset="0"/>
              <a:cs typeface="Baskerville Old Face" panose="02020602080505020303" pitchFamily="18" charset="0"/>
            </a:endParaRPr>
          </a:p>
          <a:p>
            <a:r>
              <a:rPr lang="en-US" sz="6400" b="1" i="1" dirty="0" smtClean="0">
                <a:latin typeface="Baskerville Old Face" panose="02020602080505020303" pitchFamily="18" charset="0"/>
                <a:cs typeface="Baskerville Old Face" panose="02020602080505020303" pitchFamily="18" charset="0"/>
              </a:rPr>
              <a:t>I</a:t>
            </a:r>
            <a:r>
              <a:rPr lang="en-US" sz="6400" b="1" i="1" dirty="0" smtClean="0">
                <a:latin typeface="Baskerville Old Face" panose="02020602080505020303" pitchFamily="18" charset="0"/>
                <a:cs typeface="Baskerville Old Face" panose="02020602080505020303" pitchFamily="18" charset="0"/>
              </a:rPr>
              <a:t> </a:t>
            </a:r>
            <a:r>
              <a:rPr lang="en-US" sz="6400" b="1" i="1" dirty="0" smtClean="0">
                <a:latin typeface="Baskerville Old Face" panose="02020602080505020303" pitchFamily="18" charset="0"/>
                <a:cs typeface="Baskerville Old Face" panose="02020602080505020303" pitchFamily="18" charset="0"/>
              </a:rPr>
              <a:t>am Christ’s friend; I am a member of Christ’s body;  I am a Saint; </a:t>
            </a:r>
          </a:p>
          <a:p>
            <a:r>
              <a:rPr lang="en-US" sz="6400" b="1" i="1" u="sng" dirty="0" smtClean="0">
                <a:latin typeface="Baskerville Old Face" panose="02020602080505020303" pitchFamily="18" charset="0"/>
                <a:cs typeface="Baskerville Old Face" panose="02020602080505020303" pitchFamily="18" charset="0"/>
              </a:rPr>
              <a:t>‘</a:t>
            </a:r>
            <a:r>
              <a:rPr lang="en-US" sz="6400" b="1" i="1" u="sng" dirty="0" smtClean="0">
                <a:latin typeface="Baskerville Old Face" panose="02020602080505020303" pitchFamily="18" charset="0"/>
                <a:cs typeface="Baskerville Old Face" panose="02020602080505020303" pitchFamily="18" charset="0"/>
              </a:rPr>
              <a:t>I am Secure in Christ</a:t>
            </a:r>
            <a:r>
              <a:rPr lang="en-US" sz="6400" b="1" u="sng" dirty="0" smtClean="0">
                <a:latin typeface="Baskerville Old Face" panose="02020602080505020303" pitchFamily="18" charset="0"/>
                <a:cs typeface="Baskerville Old Face" panose="02020602080505020303" pitchFamily="18" charset="0"/>
              </a:rPr>
              <a:t>’ :</a:t>
            </a:r>
            <a:r>
              <a:rPr lang="en-US" sz="6400" b="1" dirty="0" smtClean="0">
                <a:latin typeface="Baskerville Old Face" panose="02020602080505020303" pitchFamily="18" charset="0"/>
                <a:cs typeface="Baskerville Old Face" panose="02020602080505020303" pitchFamily="18" charset="0"/>
              </a:rPr>
              <a:t>  I have direct access to God through the Holy Spirit </a:t>
            </a:r>
            <a:r>
              <a:rPr lang="en-US" sz="6400" b="1" dirty="0" smtClean="0">
                <a:latin typeface="Baskerville Old Face" panose="02020602080505020303" pitchFamily="18" charset="0"/>
                <a:cs typeface="Baskerville Old Face" panose="02020602080505020303" pitchFamily="18" charset="0"/>
              </a:rPr>
              <a:t>            ( </a:t>
            </a:r>
            <a:r>
              <a:rPr lang="en-US" sz="6400" b="1" dirty="0" smtClean="0">
                <a:latin typeface="Baskerville Old Face" panose="02020602080505020303" pitchFamily="18" charset="0"/>
                <a:cs typeface="Baskerville Old Face" panose="02020602080505020303" pitchFamily="18" charset="0"/>
              </a:rPr>
              <a:t>Ephe2:18)</a:t>
            </a:r>
          </a:p>
          <a:p>
            <a:r>
              <a:rPr lang="en-US" sz="6400" b="1" dirty="0" smtClean="0">
                <a:latin typeface="Baskerville Old Face" panose="02020602080505020303" pitchFamily="18" charset="0"/>
                <a:cs typeface="Baskerville Old Face" panose="02020602080505020303" pitchFamily="18" charset="0"/>
              </a:rPr>
              <a:t>I am free from condemnation (Rom 8:1,2</a:t>
            </a:r>
            <a:r>
              <a:rPr lang="en-US" sz="6400" b="1" dirty="0" smtClean="0">
                <a:latin typeface="Baskerville Old Face" panose="02020602080505020303" pitchFamily="18" charset="0"/>
                <a:cs typeface="Baskerville Old Face" panose="02020602080505020303" pitchFamily="18" charset="0"/>
              </a:rPr>
              <a:t>); I have been redeemed and forgiven of </a:t>
            </a:r>
          </a:p>
          <a:p>
            <a:pPr>
              <a:buNone/>
            </a:pPr>
            <a:r>
              <a:rPr lang="en-US" sz="6400" b="1" dirty="0" smtClean="0">
                <a:latin typeface="Baskerville Old Face" panose="02020602080505020303" pitchFamily="18" charset="0"/>
                <a:cs typeface="Baskerville Old Face" panose="02020602080505020303" pitchFamily="18" charset="0"/>
              </a:rPr>
              <a:t>all my sins; I am  united with the Lord and one with Him in Spirit; I am a citizen of  </a:t>
            </a:r>
          </a:p>
          <a:p>
            <a:pPr>
              <a:buNone/>
            </a:pPr>
            <a:r>
              <a:rPr lang="en-US" sz="6400" b="1" dirty="0" smtClean="0">
                <a:latin typeface="Baskerville Old Face" panose="02020602080505020303" pitchFamily="18" charset="0"/>
                <a:cs typeface="Baskerville Old Face" panose="02020602080505020303" pitchFamily="18" charset="0"/>
              </a:rPr>
              <a:t>heaven;  I am God’s workmanship.</a:t>
            </a:r>
            <a:endParaRPr lang="en-US" sz="6400" b="1" dirty="0" smtClean="0">
              <a:latin typeface="Baskerville Old Face" panose="02020602080505020303" pitchFamily="18" charset="0"/>
              <a:cs typeface="Baskerville Old Face" panose="02020602080505020303" pitchFamily="18" charset="0"/>
            </a:endParaRPr>
          </a:p>
          <a:p>
            <a:r>
              <a:rPr lang="en-US" sz="6400" b="1" dirty="0" smtClean="0">
                <a:latin typeface="Baskerville Old Face" panose="02020602080505020303" pitchFamily="18" charset="0"/>
                <a:cs typeface="Baskerville Old Face" panose="02020602080505020303" pitchFamily="18" charset="0"/>
              </a:rPr>
              <a:t>I have not been given a spirit of fear, but of power, love and a sound mind (2 Tim </a:t>
            </a:r>
            <a:r>
              <a:rPr lang="en-US" sz="6400" b="1" dirty="0" smtClean="0">
                <a:latin typeface="Baskerville Old Face" panose="02020602080505020303" pitchFamily="18" charset="0"/>
                <a:cs typeface="Baskerville Old Face" panose="02020602080505020303" pitchFamily="18" charset="0"/>
              </a:rPr>
              <a:t>1:7</a:t>
            </a:r>
            <a:r>
              <a:rPr lang="en-US" sz="6400" b="1" dirty="0" smtClean="0">
                <a:latin typeface="Baskerville Old Face" panose="02020602080505020303" pitchFamily="18" charset="0"/>
                <a:cs typeface="Baskerville Old Face" panose="02020602080505020303" pitchFamily="18" charset="0"/>
              </a:rPr>
              <a:t>); and</a:t>
            </a:r>
          </a:p>
          <a:p>
            <a:r>
              <a:rPr lang="en-US" sz="6400" b="1" i="1" u="sng" dirty="0" smtClean="0">
                <a:latin typeface="Baskerville Old Face" panose="02020602080505020303" pitchFamily="18" charset="0"/>
                <a:cs typeface="Baskerville Old Face" panose="02020602080505020303" pitchFamily="18" charset="0"/>
              </a:rPr>
              <a:t>‘I </a:t>
            </a:r>
            <a:r>
              <a:rPr lang="en-US" sz="6400" b="1" i="1" u="sng" dirty="0" smtClean="0">
                <a:latin typeface="Baskerville Old Face" panose="02020602080505020303" pitchFamily="18" charset="0"/>
                <a:cs typeface="Baskerville Old Face" panose="02020602080505020303" pitchFamily="18" charset="0"/>
              </a:rPr>
              <a:t>am significant in Christ’ </a:t>
            </a:r>
            <a:r>
              <a:rPr lang="en-US" sz="6400" b="1" u="sng" dirty="0" smtClean="0">
                <a:latin typeface="Baskerville Old Face" panose="02020602080505020303" pitchFamily="18" charset="0"/>
                <a:cs typeface="Baskerville Old Face" panose="02020602080505020303" pitchFamily="18" charset="0"/>
              </a:rPr>
              <a:t>: </a:t>
            </a:r>
            <a:r>
              <a:rPr lang="en-US" sz="6400" b="1" dirty="0" smtClean="0">
                <a:latin typeface="Baskerville Old Face" panose="02020602080505020303" pitchFamily="18" charset="0"/>
                <a:cs typeface="Baskerville Old Face" panose="02020602080505020303" pitchFamily="18" charset="0"/>
              </a:rPr>
              <a:t>I have been washed by His blood (1 </a:t>
            </a:r>
            <a:r>
              <a:rPr lang="en-US" sz="6400" b="1" dirty="0" err="1" smtClean="0">
                <a:latin typeface="Baskerville Old Face" panose="02020602080505020303" pitchFamily="18" charset="0"/>
                <a:cs typeface="Baskerville Old Face" panose="02020602080505020303" pitchFamily="18" charset="0"/>
              </a:rPr>
              <a:t>Jn</a:t>
            </a:r>
            <a:r>
              <a:rPr lang="en-US" sz="6400" b="1" dirty="0" smtClean="0">
                <a:latin typeface="Baskerville Old Face" panose="02020602080505020303" pitchFamily="18" charset="0"/>
                <a:cs typeface="Baskerville Old Face" panose="02020602080505020303" pitchFamily="18" charset="0"/>
              </a:rPr>
              <a:t> 1:7</a:t>
            </a:r>
            <a:r>
              <a:rPr lang="en-US" sz="6400" b="1" dirty="0" smtClean="0">
                <a:latin typeface="Baskerville Old Face" panose="02020602080505020303" pitchFamily="18" charset="0"/>
                <a:cs typeface="Baskerville Old Face" panose="02020602080505020303" pitchFamily="18" charset="0"/>
              </a:rPr>
              <a:t>); I am a </a:t>
            </a:r>
          </a:p>
          <a:p>
            <a:pPr>
              <a:buNone/>
            </a:pPr>
            <a:r>
              <a:rPr lang="en-US" sz="6400" b="1" dirty="0" smtClean="0">
                <a:latin typeface="Baskerville Old Face" panose="02020602080505020303" pitchFamily="18" charset="0"/>
                <a:cs typeface="Baskerville Old Face" panose="02020602080505020303" pitchFamily="18" charset="0"/>
              </a:rPr>
              <a:t>Saint; I am God’s  Temple; I have been justified; I am free from any condemning</a:t>
            </a:r>
          </a:p>
          <a:p>
            <a:pPr>
              <a:buNone/>
            </a:pPr>
            <a:r>
              <a:rPr lang="en-US" sz="6400" b="1" dirty="0" smtClean="0">
                <a:latin typeface="Baskerville Old Face" panose="02020602080505020303" pitchFamily="18" charset="0"/>
                <a:cs typeface="Baskerville Old Face" panose="02020602080505020303" pitchFamily="18" charset="0"/>
              </a:rPr>
              <a:t>charges against me; I can do all things through Christ who strengthens me; </a:t>
            </a:r>
            <a:endParaRPr lang="en-US" sz="6400" b="1" dirty="0" smtClean="0">
              <a:latin typeface="Baskerville Old Face" panose="02020602080505020303" pitchFamily="18" charset="0"/>
              <a:cs typeface="Baskerville Old Face" panose="02020602080505020303" pitchFamily="18" charset="0"/>
            </a:endParaRPr>
          </a:p>
          <a:p>
            <a:r>
              <a:rPr lang="en-US" sz="6400" b="1" dirty="0" smtClean="0">
                <a:latin typeface="Baskerville Old Face" panose="02020602080505020303" pitchFamily="18" charset="0"/>
                <a:cs typeface="Baskerville Old Face" panose="02020602080505020303" pitchFamily="18" charset="0"/>
              </a:rPr>
              <a:t>I </a:t>
            </a:r>
            <a:r>
              <a:rPr lang="en-US" sz="6400" b="1" dirty="0" smtClean="0">
                <a:latin typeface="Baskerville Old Face" panose="02020602080505020303" pitchFamily="18" charset="0"/>
                <a:cs typeface="Baskerville Old Face" panose="02020602080505020303" pitchFamily="18" charset="0"/>
              </a:rPr>
              <a:t>am the salt and light of the earth (Matt 5:13,14);</a:t>
            </a:r>
          </a:p>
          <a:p>
            <a:r>
              <a:rPr lang="en-US" sz="6400" b="1" dirty="0" smtClean="0">
                <a:latin typeface="Baskerville Old Face" panose="02020602080505020303" pitchFamily="18" charset="0"/>
                <a:cs typeface="Baskerville Old Face" panose="02020602080505020303" pitchFamily="18" charset="0"/>
              </a:rPr>
              <a:t>I am a branch of the true vine, a channel of His life ( Jn15:1,5)</a:t>
            </a:r>
          </a:p>
          <a:p>
            <a:pPr algn="r"/>
            <a:r>
              <a:rPr lang="en-US" sz="6400" b="1" dirty="0" smtClean="0">
                <a:latin typeface="Baskerville Old Face" panose="02020602080505020303" pitchFamily="18" charset="0"/>
                <a:cs typeface="Baskerville Old Face" panose="02020602080505020303" pitchFamily="18" charset="0"/>
              </a:rPr>
              <a:t>‘Who I am in Christ’  by  Neil </a:t>
            </a:r>
            <a:r>
              <a:rPr lang="en-US" sz="6400" b="1" dirty="0" smtClean="0">
                <a:latin typeface="Baskerville Old Face" panose="02020602080505020303" pitchFamily="18" charset="0"/>
                <a:cs typeface="Baskerville Old Face" panose="02020602080505020303" pitchFamily="18" charset="0"/>
              </a:rPr>
              <a:t>Anderson</a:t>
            </a:r>
            <a:endParaRPr lang="en-US" sz="6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2800" dirty="0" smtClean="0">
                <a:solidFill>
                  <a:schemeClr val="accent2">
                    <a:lumMod val="75000"/>
                  </a:schemeClr>
                </a:solidFill>
                <a:latin typeface="Baskerville Old Face" pitchFamily="18" charset="0"/>
              </a:rPr>
              <a:t>SELF WORTH &amp; IDENTITY IN CHRIST</a:t>
            </a:r>
            <a:endParaRPr lang="en-US" sz="2800" dirty="0">
              <a:solidFill>
                <a:schemeClr val="accent2">
                  <a:lumMod val="75000"/>
                </a:schemeClr>
              </a:solidFill>
              <a:latin typeface="Baskerville Old Face" pitchFamily="18" charset="0"/>
            </a:endParaRPr>
          </a:p>
        </p:txBody>
      </p:sp>
      <p:sp>
        <p:nvSpPr>
          <p:cNvPr id="3" name="Content Placeholder 2"/>
          <p:cNvSpPr>
            <a:spLocks noGrp="1"/>
          </p:cNvSpPr>
          <p:nvPr>
            <p:ph idx="1"/>
          </p:nvPr>
        </p:nvSpPr>
        <p:spPr>
          <a:xfrm>
            <a:off x="381000" y="1371600"/>
            <a:ext cx="7239000" cy="5181600"/>
          </a:xfrm>
        </p:spPr>
        <p:txBody>
          <a:bodyPr>
            <a:normAutofit fontScale="32500" lnSpcReduction="20000"/>
          </a:bodyPr>
          <a:lstStyle/>
          <a:p>
            <a:pPr marL="342900" lvl="0" indent="-342900">
              <a:spcBef>
                <a:spcPct val="20000"/>
              </a:spcBef>
              <a:buClrTx/>
              <a:buSzTx/>
              <a:buFont typeface="Arial" panose="020B0604020202020204" pitchFamily="34" charset="0"/>
              <a:buChar char="•"/>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Font typeface="Arial" panose="020B0604020202020204" pitchFamily="34" charset="0"/>
              <a:buChar char="•"/>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Font typeface="Arial" panose="020B0604020202020204" pitchFamily="34" charset="0"/>
              <a:buChar char="•"/>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r>
              <a:rPr lang="en-US" sz="2800" dirty="0" smtClean="0">
                <a:latin typeface="Times New Roman" panose="02020603050405020304" pitchFamily="18" charset="0"/>
                <a:cs typeface="Times New Roman" panose="02020603050405020304" pitchFamily="18" charset="0"/>
              </a:rPr>
              <a:t>   </a:t>
            </a: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endParaRPr lang="en-US" sz="2800"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None/>
              <a:defRPr/>
            </a:pPr>
            <a:r>
              <a:rPr lang="en-US" sz="2800" dirty="0" smtClean="0">
                <a:latin typeface="Times New Roman" panose="02020603050405020304" pitchFamily="18" charset="0"/>
                <a:cs typeface="Times New Roman" panose="02020603050405020304" pitchFamily="18" charset="0"/>
              </a:rPr>
              <a:t>			 		        		          						</a:t>
            </a:r>
          </a:p>
          <a:p>
            <a:pPr marL="342900" lvl="0" indent="-342900">
              <a:lnSpc>
                <a:spcPct val="120000"/>
              </a:lnSpc>
              <a:spcBef>
                <a:spcPts val="0"/>
              </a:spcBef>
              <a:buClrTx/>
              <a:buSzTx/>
              <a:buNone/>
              <a:defRPr/>
            </a:pPr>
            <a:r>
              <a:rPr lang="en-US" sz="2800" dirty="0" smtClean="0">
                <a:latin typeface="Times New Roman" panose="02020603050405020304" pitchFamily="18" charset="0"/>
                <a:cs typeface="Times New Roman" panose="02020603050405020304" pitchFamily="18" charset="0"/>
              </a:rPr>
              <a:t>				        </a:t>
            </a:r>
          </a:p>
          <a:p>
            <a:pPr marL="0" lvl="0" indent="0">
              <a:spcBef>
                <a:spcPts val="0"/>
              </a:spcBef>
              <a:buClrTx/>
              <a:buSzTx/>
              <a:buNone/>
              <a:defRPr/>
            </a:pPr>
            <a:r>
              <a:rPr lang="en-US" sz="2800" dirty="0" smtClean="0">
                <a:latin typeface="Times New Roman" panose="02020603050405020304" pitchFamily="18" charset="0"/>
                <a:cs typeface="Times New Roman" panose="02020603050405020304" pitchFamily="18" charset="0"/>
              </a:rPr>
              <a:t>	</a:t>
            </a:r>
            <a:endParaRPr lang="en-US" sz="2800" dirty="0" smtClean="0">
              <a:solidFill>
                <a:schemeClr val="lt1"/>
              </a:solidFill>
              <a:latin typeface="Times New Roman" panose="02020603050405020304" pitchFamily="18" charset="0"/>
              <a:cs typeface="Times New Roman" panose="02020603050405020304" pitchFamily="18" charset="0"/>
            </a:endParaRPr>
          </a:p>
          <a:p>
            <a:pPr marL="0" lvl="0" indent="0">
              <a:spcBef>
                <a:spcPts val="0"/>
              </a:spcBef>
              <a:buClrTx/>
              <a:buSzTx/>
              <a:buNone/>
              <a:defRPr/>
            </a:pPr>
            <a:r>
              <a:rPr lang="en-US" sz="2800" dirty="0" smtClean="0">
                <a:solidFill>
                  <a:schemeClr val="lt1"/>
                </a:solidFill>
                <a:latin typeface="Times New Roman" panose="02020603050405020304" pitchFamily="18" charset="0"/>
                <a:cs typeface="Times New Roman" panose="02020603050405020304" pitchFamily="18" charset="0"/>
              </a:rPr>
              <a:t>Possessions, Worldly Pride in Fame,  Achievements, Success, </a:t>
            </a:r>
            <a:r>
              <a:rPr lang="en-US" sz="2800" dirty="0" smtClean="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		          							</a:t>
            </a:r>
          </a:p>
          <a:p>
            <a:pPr marL="342900" lvl="0" indent="-342900">
              <a:lnSpc>
                <a:spcPct val="120000"/>
              </a:lnSpc>
              <a:spcBef>
                <a:spcPts val="0"/>
              </a:spcBef>
              <a:buClrTx/>
              <a:buSzTx/>
              <a:buNone/>
              <a:defRPr/>
            </a:pPr>
            <a:r>
              <a:rPr lang="en-US" sz="1600" dirty="0" smtClean="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r>
              <a:rPr lang="en-US" sz="1600" dirty="0" smtClean="0">
                <a:latin typeface="Times New Roman" panose="02020603050405020304" pitchFamily="18" charset="0"/>
                <a:cs typeface="Times New Roman" panose="02020603050405020304" pitchFamily="18" charset="0"/>
              </a:rPr>
              <a:t>	</a:t>
            </a:r>
          </a:p>
          <a:p>
            <a:pPr marL="342900" lvl="0" indent="-342900">
              <a:lnSpc>
                <a:spcPct val="120000"/>
              </a:lnSpc>
              <a:spcBef>
                <a:spcPts val="0"/>
              </a:spcBef>
              <a:buClrTx/>
              <a:buSzTx/>
              <a:buNone/>
              <a:defRPr/>
            </a:pPr>
            <a:r>
              <a:rPr lang="en-US" sz="1600" dirty="0" smtClean="0">
                <a:latin typeface="Times New Roman" panose="02020603050405020304" pitchFamily="18" charset="0"/>
                <a:cs typeface="Times New Roman" panose="02020603050405020304" pitchFamily="18" charset="0"/>
              </a:rPr>
              <a:t> 								          		</a:t>
            </a: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endParaRPr lang="en-US" sz="1600" dirty="0" smtClean="0">
              <a:latin typeface="Times New Roman" panose="02020603050405020304" pitchFamily="18" charset="0"/>
              <a:cs typeface="Times New Roman" panose="02020603050405020304" pitchFamily="18" charset="0"/>
            </a:endParaRPr>
          </a:p>
          <a:p>
            <a:pPr marL="342900" lvl="0" indent="-342900">
              <a:lnSpc>
                <a:spcPct val="120000"/>
              </a:lnSpc>
              <a:spcBef>
                <a:spcPts val="0"/>
              </a:spcBef>
              <a:buClrTx/>
              <a:buSzTx/>
              <a:buNone/>
              <a:defRPr/>
            </a:pPr>
            <a:r>
              <a:rPr lang="en-US" sz="7400" b="1" dirty="0" smtClean="0">
                <a:latin typeface="Times New Roman" panose="02020603050405020304" pitchFamily="18" charset="0"/>
                <a:cs typeface="Times New Roman" panose="02020603050405020304" pitchFamily="18" charset="0"/>
              </a:rPr>
              <a:t>Self-worth </a:t>
            </a:r>
            <a:r>
              <a:rPr lang="en-US" sz="7400" b="1" u="sng" dirty="0" smtClean="0">
                <a:latin typeface="Times New Roman" panose="02020603050405020304" pitchFamily="18" charset="0"/>
                <a:cs typeface="Times New Roman" panose="02020603050405020304" pitchFamily="18" charset="0"/>
              </a:rPr>
              <a:t>NOT</a:t>
            </a:r>
            <a:r>
              <a:rPr lang="en-US" sz="7400" b="1" dirty="0" smtClean="0">
                <a:latin typeface="Times New Roman" panose="02020603050405020304" pitchFamily="18" charset="0"/>
                <a:cs typeface="Times New Roman" panose="02020603050405020304" pitchFamily="18" charset="0"/>
              </a:rPr>
              <a:t> in Christ	 </a:t>
            </a:r>
            <a:r>
              <a:rPr lang="en-US" sz="7400" b="1" dirty="0" smtClean="0">
                <a:latin typeface="Times New Roman" panose="02020603050405020304" pitchFamily="18" charset="0"/>
                <a:cs typeface="Times New Roman" panose="02020603050405020304" pitchFamily="18" charset="0"/>
              </a:rPr>
              <a:t>         Self-worth </a:t>
            </a:r>
            <a:r>
              <a:rPr lang="en-US" sz="7400" b="1" dirty="0" smtClean="0">
                <a:latin typeface="Times New Roman" panose="02020603050405020304" pitchFamily="18" charset="0"/>
                <a:cs typeface="Times New Roman" panose="02020603050405020304" pitchFamily="18" charset="0"/>
              </a:rPr>
              <a:t>in Christ</a:t>
            </a:r>
          </a:p>
          <a:p>
            <a:pPr marL="342900" lvl="0" indent="-342900">
              <a:spcBef>
                <a:spcPct val="20000"/>
              </a:spcBef>
              <a:buClrTx/>
              <a:buSzTx/>
              <a:buFont typeface="Arial" panose="020B0604020202020204" pitchFamily="34" charset="0"/>
              <a:buChar char="•"/>
              <a:defRPr/>
            </a:pPr>
            <a:endParaRPr lang="en-US" sz="3200" b="1" dirty="0" smtClean="0">
              <a:latin typeface="Times New Roman" panose="02020603050405020304" pitchFamily="18" charset="0"/>
              <a:cs typeface="Times New Roman" panose="02020603050405020304" pitchFamily="18" charset="0"/>
            </a:endParaRPr>
          </a:p>
          <a:p>
            <a:pPr marL="342900" lvl="0" indent="-342900">
              <a:spcBef>
                <a:spcPct val="20000"/>
              </a:spcBef>
              <a:buClrTx/>
              <a:buSzTx/>
              <a:buFont typeface="Arial" panose="020B0604020202020204" pitchFamily="34" charset="0"/>
              <a:buChar char="•"/>
              <a:defRPr/>
            </a:pPr>
            <a:endParaRPr lang="en-US" sz="4400" dirty="0" smtClean="0"/>
          </a:p>
          <a:p>
            <a:endParaRPr lang="en-US" dirty="0"/>
          </a:p>
        </p:txBody>
      </p:sp>
      <p:sp>
        <p:nvSpPr>
          <p:cNvPr id="4" name="Rounded Rectangle 3"/>
          <p:cNvSpPr/>
          <p:nvPr/>
        </p:nvSpPr>
        <p:spPr>
          <a:xfrm>
            <a:off x="304800" y="3505200"/>
            <a:ext cx="2133600" cy="1676400"/>
          </a:xfrm>
          <a:prstGeom prst="round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Material</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Possessions, Worldly Pride in Fame,  Achievements, Success, Beauty, Education, Intelligence etc.</a:t>
            </a:r>
            <a:endParaRPr kumimoji="0" lang="en-US" sz="16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6" name="Rounded Rectangle 5"/>
          <p:cNvSpPr/>
          <p:nvPr/>
        </p:nvSpPr>
        <p:spPr>
          <a:xfrm>
            <a:off x="5791200" y="3962400"/>
            <a:ext cx="2362200" cy="1828800"/>
          </a:xfrm>
          <a:prstGeom prst="roundRect">
            <a:avLst/>
          </a:prstGeom>
          <a:solidFill>
            <a:schemeClr val="tx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Material</a:t>
            </a:r>
          </a:p>
          <a:p>
            <a:pPr marL="0" marR="0" lvl="0" indent="0" algn="l" defTabSz="914400" rtl="0" eaLnBrk="1" fontAlgn="auto" latinLnBrk="0" hangingPunct="1">
              <a:lnSpc>
                <a:spcPct val="100000"/>
              </a:lnSpc>
              <a:spcBef>
                <a:spcPts val="0"/>
              </a:spcBef>
              <a:spcAft>
                <a:spcPts val="0"/>
              </a:spcAft>
              <a:buClrTx/>
              <a:buSzTx/>
              <a:buFontTx/>
              <a:buNone/>
              <a:defRPr/>
            </a:pPr>
            <a:r>
              <a:rPr kumimoji="0" lang="en-US" sz="1600" b="0" i="0" u="none" strike="noStrike" kern="1200" cap="none" spc="0" normalizeH="0" baseline="0" noProof="0" dirty="0" smtClean="0">
                <a:ln>
                  <a:noFill/>
                </a:ln>
                <a:solidFill>
                  <a:schemeClr val="lt1"/>
                </a:solidFill>
                <a:effectLst/>
                <a:uLnTx/>
                <a:uFillTx/>
                <a:latin typeface="Times New Roman" panose="02020603050405020304" pitchFamily="18" charset="0"/>
                <a:ea typeface="+mn-ea"/>
                <a:cs typeface="Times New Roman" panose="02020603050405020304" pitchFamily="18" charset="0"/>
              </a:rPr>
              <a:t>Possessions, Worldly Pride in Fame,  Achievements, Success, Beauty, Education, Intelligence etc.</a:t>
            </a:r>
            <a:endParaRPr kumimoji="0" lang="en-US" sz="1600" b="0" i="0" u="none" strike="noStrike" kern="1200" cap="none" spc="0" normalizeH="0" baseline="0" noProof="0" dirty="0">
              <a:ln>
                <a:noFill/>
              </a:ln>
              <a:solidFill>
                <a:schemeClr val="lt1"/>
              </a:solidFill>
              <a:effectLst/>
              <a:uLnTx/>
              <a:uFillTx/>
              <a:latin typeface="Times New Roman" panose="02020603050405020304" pitchFamily="18" charset="0"/>
              <a:ea typeface="+mn-ea"/>
              <a:cs typeface="Times New Roman" panose="02020603050405020304" pitchFamily="18" charset="0"/>
            </a:endParaRPr>
          </a:p>
        </p:txBody>
      </p:sp>
      <p:sp>
        <p:nvSpPr>
          <p:cNvPr id="7" name="Heart 6"/>
          <p:cNvSpPr/>
          <p:nvPr/>
        </p:nvSpPr>
        <p:spPr>
          <a:xfrm>
            <a:off x="4343400" y="3581400"/>
            <a:ext cx="1295400" cy="1219200"/>
          </a:xfrm>
          <a:prstGeom prst="hear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smtClean="0">
                <a:ln>
                  <a:noFill/>
                </a:ln>
                <a:solidFill>
                  <a:schemeClr val="lt1"/>
                </a:solidFill>
                <a:effectLst/>
                <a:uLnTx/>
                <a:uFillTx/>
                <a:latin typeface="+mn-lt"/>
                <a:ea typeface="+mn-ea"/>
                <a:cs typeface="+mn-cs"/>
              </a:rPr>
              <a:t>Self Worth</a:t>
            </a:r>
            <a:endParaRPr kumimoji="0" lang="en-US" sz="1600" b="1" i="0" u="none" strike="noStrike" kern="1200" cap="none" spc="0" normalizeH="0" baseline="0" noProof="0" dirty="0">
              <a:ln>
                <a:noFill/>
              </a:ln>
              <a:solidFill>
                <a:schemeClr val="lt1"/>
              </a:solidFill>
              <a:effectLst/>
              <a:uLnTx/>
              <a:uFillTx/>
              <a:latin typeface="+mn-lt"/>
              <a:ea typeface="+mn-ea"/>
              <a:cs typeface="+mn-cs"/>
            </a:endParaRPr>
          </a:p>
        </p:txBody>
      </p:sp>
      <p:sp>
        <p:nvSpPr>
          <p:cNvPr id="8" name="Heart 7"/>
          <p:cNvSpPr/>
          <p:nvPr/>
        </p:nvSpPr>
        <p:spPr>
          <a:xfrm>
            <a:off x="2895600" y="4648200"/>
            <a:ext cx="1295400" cy="990600"/>
          </a:xfrm>
          <a:prstGeom prst="heart">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1600" b="1" i="0" u="none" strike="noStrike" kern="1200" cap="none" spc="0" normalizeH="0" baseline="0" noProof="0" dirty="0" smtClean="0">
                <a:ln>
                  <a:noFill/>
                </a:ln>
                <a:solidFill>
                  <a:schemeClr val="lt1"/>
                </a:solidFill>
                <a:effectLst/>
                <a:uLnTx/>
                <a:uFillTx/>
                <a:latin typeface="+mn-lt"/>
                <a:ea typeface="+mn-ea"/>
                <a:cs typeface="+mn-cs"/>
              </a:rPr>
              <a:t>Self Worth</a:t>
            </a:r>
            <a:endParaRPr kumimoji="0" lang="en-US" sz="1600" b="1" i="0" u="none" strike="noStrike" kern="1200" cap="none" spc="0" normalizeH="0" baseline="0" noProof="0" dirty="0">
              <a:ln>
                <a:noFill/>
              </a:ln>
              <a:solidFill>
                <a:schemeClr val="lt1"/>
              </a:solidFill>
              <a:effectLst/>
              <a:uLnTx/>
              <a:uFillTx/>
              <a:latin typeface="+mn-lt"/>
              <a:ea typeface="+mn-ea"/>
              <a:cs typeface="+mn-cs"/>
            </a:endParaRPr>
          </a:p>
        </p:txBody>
      </p:sp>
      <p:cxnSp>
        <p:nvCxnSpPr>
          <p:cNvPr id="10" name="Straight Arrow Connector 9"/>
          <p:cNvCxnSpPr/>
          <p:nvPr/>
        </p:nvCxnSpPr>
        <p:spPr>
          <a:xfrm rot="5400000" flipH="1" flipV="1">
            <a:off x="5372100" y="2781300"/>
            <a:ext cx="1295400" cy="762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2438400" y="5181600"/>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flipV="1">
            <a:off x="5105400" y="2667000"/>
            <a:ext cx="9906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0800000">
            <a:off x="2590800" y="4876800"/>
            <a:ext cx="762000" cy="152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1029494" y="2323306"/>
            <a:ext cx="1295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0800000">
            <a:off x="1219200" y="2057400"/>
            <a:ext cx="914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172200" y="2209800"/>
            <a:ext cx="838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rot="5400000">
            <a:off x="5639594" y="2590006"/>
            <a:ext cx="18288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8001000" cy="1143000"/>
          </a:xfrm>
        </p:spPr>
        <p:txBody>
          <a:bodyPr>
            <a:normAutofit fontScale="90000"/>
          </a:bodyPr>
          <a:lstStyle/>
          <a:p>
            <a:r>
              <a:rPr lang="en-US" sz="3100" dirty="0" smtClean="0">
                <a:solidFill>
                  <a:schemeClr val="accent2">
                    <a:lumMod val="75000"/>
                  </a:schemeClr>
                </a:solidFill>
                <a:latin typeface="Baskerville Old Face" panose="02020602080505020303" pitchFamily="18" charset="0"/>
              </a:rPr>
              <a:t>A   </a:t>
            </a:r>
            <a:r>
              <a:rPr lang="en-US" sz="3100" dirty="0" smtClean="0">
                <a:solidFill>
                  <a:schemeClr val="accent2">
                    <a:lumMod val="75000"/>
                  </a:schemeClr>
                </a:solidFill>
                <a:latin typeface="Baskerville Old Face" panose="02020602080505020303" pitchFamily="18" charset="0"/>
              </a:rPr>
              <a:t>Japanese way of </a:t>
            </a:r>
            <a:r>
              <a:rPr lang="en-US" sz="3100" dirty="0" smtClean="0">
                <a:solidFill>
                  <a:schemeClr val="accent2">
                    <a:lumMod val="75000"/>
                  </a:schemeClr>
                </a:solidFill>
                <a:latin typeface="Baskerville Old Face" panose="02020602080505020303" pitchFamily="18" charset="0"/>
              </a:rPr>
              <a:t>life….. </a:t>
            </a:r>
            <a:r>
              <a:rPr lang="en-US" dirty="0" smtClean="0">
                <a:solidFill>
                  <a:schemeClr val="accent2">
                    <a:lumMod val="75000"/>
                  </a:schemeClr>
                </a:solidFill>
                <a:latin typeface="Baskerville Old Face" panose="02020602080505020303" pitchFamily="18" charset="0"/>
              </a:rPr>
              <a:t>(</a:t>
            </a:r>
            <a:r>
              <a:rPr lang="en-US" sz="2700" dirty="0" smtClean="0">
                <a:solidFill>
                  <a:schemeClr val="accent2">
                    <a:lumMod val="75000"/>
                  </a:schemeClr>
                </a:solidFill>
                <a:latin typeface="Baskerville Old Face" panose="02020602080505020303" pitchFamily="18" charset="0"/>
              </a:rPr>
              <a:t>modified</a:t>
            </a:r>
            <a:r>
              <a:rPr lang="en-US" dirty="0" smtClean="0">
                <a:solidFill>
                  <a:schemeClr val="accent2">
                    <a:lumMod val="75000"/>
                  </a:schemeClr>
                </a:solidFill>
                <a:latin typeface="Baskerville Old Face" panose="02020602080505020303" pitchFamily="18" charset="0"/>
              </a:rPr>
              <a:t> </a:t>
            </a:r>
            <a:r>
              <a:rPr lang="en-US" dirty="0" smtClean="0">
                <a:solidFill>
                  <a:schemeClr val="accent2">
                    <a:lumMod val="75000"/>
                  </a:schemeClr>
                </a:solidFill>
                <a:latin typeface="Baskerville Old Face" panose="02020602080505020303" pitchFamily="18" charset="0"/>
              </a:rPr>
              <a:t>) ’</a:t>
            </a:r>
            <a:r>
              <a:rPr lang="en-US" sz="3600" dirty="0" smtClean="0">
                <a:solidFill>
                  <a:schemeClr val="accent2">
                    <a:lumMod val="75000"/>
                  </a:schemeClr>
                </a:solidFill>
                <a:latin typeface="Baskerville Old Face" panose="02020602080505020303" pitchFamily="18" charset="0"/>
              </a:rPr>
              <a:t>IKIGAI</a:t>
            </a:r>
            <a:r>
              <a:rPr lang="en-US" sz="3600" dirty="0" smtClean="0">
                <a:solidFill>
                  <a:schemeClr val="accent2">
                    <a:lumMod val="75000"/>
                  </a:schemeClr>
                </a:solidFill>
                <a:latin typeface="Baskerville Old Face" panose="02020602080505020303" pitchFamily="18" charset="0"/>
              </a:rPr>
              <a:t>’  </a:t>
            </a:r>
            <a:r>
              <a:rPr lang="en-US" sz="1600" dirty="0" smtClean="0">
                <a:solidFill>
                  <a:schemeClr val="accent2">
                    <a:lumMod val="75000"/>
                  </a:schemeClr>
                </a:solidFill>
                <a:latin typeface="Baskerville Old Face" panose="02020602080505020303" pitchFamily="18" charset="0"/>
              </a:rPr>
              <a:t>BY hector Garcia &amp; </a:t>
            </a:r>
            <a:r>
              <a:rPr lang="en-US" sz="1600" dirty="0" err="1" smtClean="0">
                <a:solidFill>
                  <a:schemeClr val="accent2">
                    <a:lumMod val="75000"/>
                  </a:schemeClr>
                </a:solidFill>
                <a:latin typeface="Baskerville Old Face" panose="02020602080505020303" pitchFamily="18" charset="0"/>
              </a:rPr>
              <a:t>Francesc</a:t>
            </a:r>
            <a:r>
              <a:rPr lang="en-US" sz="1600" dirty="0" smtClean="0">
                <a:solidFill>
                  <a:schemeClr val="accent2">
                    <a:lumMod val="75000"/>
                  </a:schemeClr>
                </a:solidFill>
                <a:latin typeface="Baskerville Old Face" panose="02020602080505020303" pitchFamily="18" charset="0"/>
              </a:rPr>
              <a:t> </a:t>
            </a:r>
            <a:r>
              <a:rPr lang="en-US" sz="1600" dirty="0" err="1" smtClean="0">
                <a:solidFill>
                  <a:schemeClr val="accent2">
                    <a:lumMod val="75000"/>
                  </a:schemeClr>
                </a:solidFill>
                <a:latin typeface="Baskerville Old Face" panose="02020602080505020303" pitchFamily="18" charset="0"/>
              </a:rPr>
              <a:t>miralles</a:t>
            </a:r>
            <a:endParaRPr lang="en-US" sz="1600" dirty="0">
              <a:solidFill>
                <a:schemeClr val="accent2">
                  <a:lumMod val="75000"/>
                </a:schemeClr>
              </a:solidFill>
              <a:latin typeface="Baskerville Old Face" panose="02020602080505020303" pitchFamily="18" charset="0"/>
            </a:endParaRPr>
          </a:p>
        </p:txBody>
      </p:sp>
      <p:graphicFrame>
        <p:nvGraphicFramePr>
          <p:cNvPr id="4" name="Content Placeholder 3"/>
          <p:cNvGraphicFramePr>
            <a:graphicFrameLocks noGrp="1"/>
          </p:cNvGraphicFramePr>
          <p:nvPr>
            <p:ph idx="1"/>
          </p:nvPr>
        </p:nvGraphicFramePr>
        <p:xfrm>
          <a:off x="457200" y="1609725"/>
          <a:ext cx="7239000" cy="50196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670560"/>
          </a:xfrm>
        </p:spPr>
        <p:txBody>
          <a:bodyPr>
            <a:normAutofit fontScale="90000"/>
          </a:bodyPr>
          <a:lstStyle/>
          <a:p>
            <a:r>
              <a:rPr lang="en-US" sz="4000" dirty="0" smtClean="0">
                <a:latin typeface="Baskerville Old Face" panose="02020602080505020303" pitchFamily="18" charset="0"/>
                <a:cs typeface="Baskerville Old Face" panose="02020602080505020303" pitchFamily="18" charset="0"/>
              </a:rPr>
              <a:t/>
            </a:r>
            <a:br>
              <a:rPr lang="en-US" sz="4000" dirty="0" smtClean="0">
                <a:latin typeface="Baskerville Old Face" panose="02020602080505020303" pitchFamily="18" charset="0"/>
                <a:cs typeface="Baskerville Old Face" panose="02020602080505020303" pitchFamily="18" charset="0"/>
              </a:rPr>
            </a:br>
            <a:r>
              <a:rPr lang="en-US" sz="4000" dirty="0" smtClean="0">
                <a:latin typeface="Baskerville Old Face" panose="02020602080505020303" pitchFamily="18" charset="0"/>
                <a:cs typeface="Baskerville Old Face" panose="02020602080505020303" pitchFamily="18" charset="0"/>
              </a:rPr>
              <a:t/>
            </a:r>
            <a:br>
              <a:rPr lang="en-US" sz="4000" dirty="0" smtClean="0">
                <a:latin typeface="Baskerville Old Face" panose="02020602080505020303" pitchFamily="18" charset="0"/>
                <a:cs typeface="Baskerville Old Face" panose="02020602080505020303" pitchFamily="18" charset="0"/>
              </a:rPr>
            </a:br>
            <a:r>
              <a:rPr lang="en-US" sz="4000" dirty="0" smtClean="0">
                <a:latin typeface="Baskerville Old Face" panose="02020602080505020303" pitchFamily="18" charset="0"/>
                <a:cs typeface="Baskerville Old Face" panose="02020602080505020303" pitchFamily="18" charset="0"/>
              </a:rPr>
              <a:t/>
            </a:r>
            <a:br>
              <a:rPr lang="en-US" sz="4000" dirty="0" smtClean="0">
                <a:latin typeface="Baskerville Old Face" panose="02020602080505020303" pitchFamily="18" charset="0"/>
                <a:cs typeface="Baskerville Old Face" panose="02020602080505020303" pitchFamily="18" charset="0"/>
              </a:rPr>
            </a:br>
            <a:r>
              <a:rPr lang="en-US" sz="3100" dirty="0" smtClean="0">
                <a:solidFill>
                  <a:schemeClr val="accent2">
                    <a:lumMod val="75000"/>
                  </a:schemeClr>
                </a:solidFill>
                <a:latin typeface="Baskerville Old Face" panose="02020602080505020303" pitchFamily="18" charset="0"/>
                <a:cs typeface="Baskerville Old Face" panose="02020602080505020303" pitchFamily="18" charset="0"/>
              </a:rPr>
              <a:t>A </a:t>
            </a:r>
            <a:r>
              <a:rPr lang="en-US" sz="3100" dirty="0" smtClean="0">
                <a:solidFill>
                  <a:schemeClr val="accent2">
                    <a:lumMod val="75000"/>
                  </a:schemeClr>
                </a:solidFill>
                <a:latin typeface="Baskerville Old Face" panose="02020602080505020303" pitchFamily="18" charset="0"/>
                <a:cs typeface="Baskerville Old Face" panose="02020602080505020303" pitchFamily="18" charset="0"/>
              </a:rPr>
              <a:t>PARADIGM SHIFT IN OUR </a:t>
            </a:r>
            <a:r>
              <a:rPr lang="en-US" sz="3100" dirty="0" smtClean="0">
                <a:solidFill>
                  <a:schemeClr val="accent2">
                    <a:lumMod val="75000"/>
                  </a:schemeClr>
                </a:solidFill>
                <a:latin typeface="Baskerville Old Face" panose="02020602080505020303" pitchFamily="18" charset="0"/>
                <a:cs typeface="Baskerville Old Face" panose="02020602080505020303" pitchFamily="18" charset="0"/>
              </a:rPr>
              <a:t>THINKING</a:t>
            </a:r>
            <a:endParaRPr lang="en-US" sz="3100" dirty="0">
              <a:solidFill>
                <a:schemeClr val="accent2">
                  <a:lumMod val="75000"/>
                </a:schemeClr>
              </a:solidFill>
            </a:endParaRPr>
          </a:p>
        </p:txBody>
      </p:sp>
      <p:sp>
        <p:nvSpPr>
          <p:cNvPr id="3" name="Content Placeholder 2"/>
          <p:cNvSpPr>
            <a:spLocks noGrp="1"/>
          </p:cNvSpPr>
          <p:nvPr>
            <p:ph idx="1"/>
          </p:nvPr>
        </p:nvSpPr>
        <p:spPr>
          <a:xfrm>
            <a:off x="228600" y="1066800"/>
            <a:ext cx="8229600" cy="5388936"/>
          </a:xfrm>
        </p:spPr>
        <p:txBody>
          <a:bodyPr>
            <a:normAutofit fontScale="40000" lnSpcReduction="20000"/>
          </a:bodyPr>
          <a:lstStyle/>
          <a:p>
            <a:endParaRPr lang="en-US" sz="5100" b="1" dirty="0" smtClean="0">
              <a:latin typeface="Baskerville Old Face" panose="02020602080505020303" pitchFamily="18" charset="0"/>
              <a:cs typeface="Baskerville Old Face" panose="02020602080505020303" pitchFamily="18" charset="0"/>
            </a:endParaRPr>
          </a:p>
          <a:p>
            <a:r>
              <a:rPr lang="en-US" sz="5100" b="1" dirty="0" smtClean="0">
                <a:latin typeface="Baskerville Old Face" panose="02020602080505020303" pitchFamily="18" charset="0"/>
                <a:cs typeface="Baskerville Old Face" panose="02020602080505020303" pitchFamily="18" charset="0"/>
              </a:rPr>
              <a:t>A </a:t>
            </a:r>
            <a:r>
              <a:rPr lang="en-US" sz="5100" b="1" dirty="0" err="1" smtClean="0">
                <a:latin typeface="Baskerville Old Face" panose="02020602080505020303" pitchFamily="18" charset="0"/>
                <a:cs typeface="Baskerville Old Face" panose="02020602080505020303" pitchFamily="18" charset="0"/>
              </a:rPr>
              <a:t>Paradign</a:t>
            </a:r>
            <a:r>
              <a:rPr lang="en-US" sz="5100" b="1" dirty="0" smtClean="0">
                <a:latin typeface="Baskerville Old Face" panose="02020602080505020303" pitchFamily="18" charset="0"/>
                <a:cs typeface="Baskerville Old Face" panose="02020602080505020303" pitchFamily="18" charset="0"/>
              </a:rPr>
              <a:t> shift in our approaching the task at hand, is becoming </a:t>
            </a:r>
            <a:r>
              <a:rPr lang="en-US" sz="5100" b="1" dirty="0" smtClean="0">
                <a:latin typeface="Baskerville Old Face" panose="02020602080505020303" pitchFamily="18" charset="0"/>
                <a:cs typeface="Baskerville Old Face" panose="02020602080505020303" pitchFamily="18" charset="0"/>
              </a:rPr>
              <a:t>necessary</a:t>
            </a:r>
          </a:p>
          <a:p>
            <a:endParaRPr lang="en-US" sz="5100" b="1" dirty="0" smtClean="0">
              <a:latin typeface="Baskerville Old Face" panose="02020602080505020303" pitchFamily="18" charset="0"/>
              <a:cs typeface="Baskerville Old Face" panose="02020602080505020303" pitchFamily="18" charset="0"/>
              <a:sym typeface="+mn-ea"/>
            </a:endParaRPr>
          </a:p>
          <a:p>
            <a:r>
              <a:rPr lang="en-US" sz="5100" b="1" dirty="0" smtClean="0">
                <a:latin typeface="Baskerville Old Face" panose="02020602080505020303" pitchFamily="18" charset="0"/>
                <a:cs typeface="Baskerville Old Face" panose="02020602080505020303" pitchFamily="18" charset="0"/>
                <a:sym typeface="+mn-ea"/>
              </a:rPr>
              <a:t>A TESTIMONY  Live about GOSPEL MESSAGE THROUGH WEBSITE </a:t>
            </a:r>
            <a:r>
              <a:rPr lang="en-US" sz="5100" b="1" dirty="0" smtClean="0">
                <a:latin typeface="Baskerville Old Face" panose="02020602080505020303" pitchFamily="18" charset="0"/>
                <a:cs typeface="Baskerville Old Face" panose="02020602080505020303" pitchFamily="18" charset="0"/>
                <a:sym typeface="+mn-ea"/>
              </a:rPr>
              <a:t>:  </a:t>
            </a:r>
            <a:r>
              <a:rPr lang="en-US" sz="5100" b="1" dirty="0" smtClean="0">
                <a:latin typeface="Baskerville Old Face" panose="02020602080505020303" pitchFamily="18" charset="0"/>
                <a:cs typeface="Baskerville Old Face" panose="02020602080505020303" pitchFamily="18" charset="0"/>
              </a:rPr>
              <a:t>{</a:t>
            </a:r>
            <a:r>
              <a:rPr lang="en-US" sz="5100" b="1" dirty="0" smtClean="0">
                <a:latin typeface="Baskerville Old Face" panose="02020602080505020303" pitchFamily="18" charset="0"/>
                <a:cs typeface="Baskerville Old Face" panose="02020602080505020303" pitchFamily="18" charset="0"/>
              </a:rPr>
              <a:t>from : </a:t>
            </a:r>
            <a:r>
              <a:rPr lang="en-US" sz="5100" b="1" dirty="0" smtClean="0">
                <a:latin typeface="Baskerville Old Face" panose="02020602080505020303" pitchFamily="18" charset="0"/>
                <a:cs typeface="Baskerville Old Face" panose="02020602080505020303" pitchFamily="18" charset="0"/>
              </a:rPr>
              <a:t>Bro. George </a:t>
            </a:r>
            <a:r>
              <a:rPr lang="en-US" sz="5100" b="1" dirty="0" smtClean="0">
                <a:latin typeface="Baskerville Old Face" panose="02020602080505020303" pitchFamily="18" charset="0"/>
                <a:cs typeface="Baskerville Old Face" panose="02020602080505020303" pitchFamily="18" charset="0"/>
              </a:rPr>
              <a:t>Johnson</a:t>
            </a:r>
            <a:r>
              <a:rPr lang="en-US" sz="5100" b="1" dirty="0" smtClean="0">
                <a:latin typeface="Baskerville Old Face" panose="02020602080505020303" pitchFamily="18" charset="0"/>
                <a:cs typeface="Baskerville Old Face" panose="02020602080505020303" pitchFamily="18" charset="0"/>
              </a:rPr>
              <a:t>}</a:t>
            </a:r>
          </a:p>
          <a:p>
            <a:endParaRPr lang="en-US" sz="5100" b="1" dirty="0" smtClean="0">
              <a:latin typeface="Baskerville Old Face" panose="02020602080505020303" pitchFamily="18" charset="0"/>
              <a:cs typeface="Baskerville Old Face" panose="02020602080505020303" pitchFamily="18" charset="0"/>
            </a:endParaRPr>
          </a:p>
          <a:p>
            <a:pPr lvl="1"/>
            <a:r>
              <a:rPr lang="en-US" sz="4800" b="1" dirty="0" smtClean="0">
                <a:solidFill>
                  <a:schemeClr val="accent2">
                    <a:lumMod val="75000"/>
                  </a:schemeClr>
                </a:solidFill>
                <a:latin typeface="Baskerville Old Face" panose="02020602080505020303" pitchFamily="18" charset="0"/>
                <a:cs typeface="Baskerville Old Face" panose="02020602080505020303" pitchFamily="18" charset="0"/>
              </a:rPr>
              <a:t>“On the 3rd of March 22 , I had a burden to put out the online Ukrainian bible in my app. Then I had the prompting to send mails to the Pentecostal churches in Ukraine. My laptop took forever to start. Giving up was not an option. So late into the night and morning I hunted for the email id's and sent flyers to 15 churches and 5 churches on the website of the respective churches</a:t>
            </a:r>
          </a:p>
          <a:p>
            <a:pPr lvl="1"/>
            <a:r>
              <a:rPr lang="en-US" sz="4800" b="1" dirty="0" smtClean="0">
                <a:solidFill>
                  <a:schemeClr val="accent2">
                    <a:lumMod val="75000"/>
                  </a:schemeClr>
                </a:solidFill>
                <a:latin typeface="Baskerville Old Face" panose="02020602080505020303" pitchFamily="18" charset="0"/>
                <a:cs typeface="Baskerville Old Face" panose="02020602080505020303" pitchFamily="18" charset="0"/>
              </a:rPr>
              <a:t>Finished the exercise by 0230 am and then prayed.,  but I can't figure out if I was awake or dreaming !</a:t>
            </a:r>
          </a:p>
          <a:p>
            <a:pPr lvl="1"/>
            <a:r>
              <a:rPr lang="en-US" sz="4800" b="1" dirty="0" smtClean="0">
                <a:solidFill>
                  <a:schemeClr val="accent2">
                    <a:lumMod val="75000"/>
                  </a:schemeClr>
                </a:solidFill>
                <a:latin typeface="Baskerville Old Face" panose="02020602080505020303" pitchFamily="18" charset="0"/>
                <a:cs typeface="Baskerville Old Face" panose="02020602080505020303" pitchFamily="18" charset="0"/>
              </a:rPr>
              <a:t>I was told I had sowed the WORD and then directed to Pray that the seed fallen on GOOD SOIL needs to be watered , to pray the mist of GOD from heaven water it, and the HARVEST was to be abundant.”</a:t>
            </a:r>
          </a:p>
          <a:p>
            <a:pPr lvl="1">
              <a:buNone/>
            </a:pPr>
            <a:endParaRPr lang="en-US" sz="5100" b="1" dirty="0" smtClean="0">
              <a:latin typeface="Baskerville Old Face" panose="02020602080505020303" pitchFamily="18" charset="0"/>
              <a:cs typeface="Baskerville Old Face" panose="02020602080505020303" pitchFamily="18" charset="0"/>
              <a:sym typeface="+mn-ea"/>
            </a:endParaRPr>
          </a:p>
          <a:p>
            <a:pPr lvl="1">
              <a:buNone/>
            </a:pPr>
            <a:r>
              <a:rPr lang="en-US" sz="4800" b="1" dirty="0" smtClean="0">
                <a:latin typeface="Baskerville Old Face" panose="02020602080505020303" pitchFamily="18" charset="0"/>
                <a:cs typeface="Baskerville Old Face" panose="02020602080505020303" pitchFamily="18" charset="0"/>
                <a:sym typeface="+mn-ea"/>
              </a:rPr>
              <a:t>‘</a:t>
            </a:r>
            <a:r>
              <a:rPr lang="en-US" sz="48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The Methods can change, but the Message never changes’.</a:t>
            </a:r>
            <a:endParaRPr lang="en-US" sz="48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endParaRPr lang="en-US" sz="5100" dirty="0" smtClean="0">
              <a:latin typeface="Baskerville Old Face" panose="02020602080505020303" pitchFamily="18" charset="0"/>
              <a:cs typeface="Baskerville Old Face" panose="02020602080505020303" pitchFamily="18" charset="0"/>
            </a:endParaRP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822960"/>
          </a:xfrm>
        </p:spPr>
        <p:txBody>
          <a:bodyPr>
            <a:normAutofit/>
          </a:bodyPr>
          <a:lstStyle/>
          <a:p>
            <a:r>
              <a:rPr lang="en-US" sz="2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Bro. George  Johnson’s </a:t>
            </a:r>
            <a:r>
              <a:rPr lang="en-US" sz="28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testimony </a:t>
            </a:r>
            <a:r>
              <a:rPr lang="en-US" sz="2200"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cont’d:-</a:t>
            </a:r>
            <a:endParaRPr lang="en-US" sz="2200" dirty="0">
              <a:solidFill>
                <a:schemeClr val="accent2">
                  <a:lumMod val="75000"/>
                </a:schemeClr>
              </a:solidFill>
            </a:endParaRPr>
          </a:p>
        </p:txBody>
      </p:sp>
      <p:sp>
        <p:nvSpPr>
          <p:cNvPr id="3" name="Content Placeholder 2"/>
          <p:cNvSpPr>
            <a:spLocks noGrp="1"/>
          </p:cNvSpPr>
          <p:nvPr>
            <p:ph idx="1"/>
          </p:nvPr>
        </p:nvSpPr>
        <p:spPr>
          <a:xfrm>
            <a:off x="228600" y="1066800"/>
            <a:ext cx="8001000" cy="5388936"/>
          </a:xfrm>
        </p:spPr>
        <p:txBody>
          <a:bodyPr>
            <a:noAutofit/>
          </a:bodyPr>
          <a:lstStyle/>
          <a:p>
            <a:pPr lvl="1"/>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On the 5th of Mar 22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again opened the laptop , </a:t>
            </a:r>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this time it came alive and immediately went to the statistics section</a:t>
            </a:r>
            <a:endPar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For the month of Dec 21, Jan and Feb 22 no downloads in Ukraine </a:t>
            </a:r>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but on </a:t>
            </a:r>
            <a:endPar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endParaRPr>
          </a:p>
          <a:p>
            <a:pPr lvl="1">
              <a:buNone/>
            </a:pPr>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03 </a:t>
            </a:r>
            <a:r>
              <a:rPr lang="en-US" sz="17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Mar 22 downloads commenced and online Ukraine Bible KJV was put up.</a:t>
            </a:r>
            <a:endPar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With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people running to the bomb shelters with their kids and water , no one </a:t>
            </a:r>
            <a:endPar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endParaRPr>
          </a:p>
          <a:p>
            <a:pPr lvl="1">
              <a:buNone/>
            </a:pP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would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have taken the Bible.  This is what GOD wanted me to address, as every one </a:t>
            </a:r>
            <a:endPar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endParaRPr>
          </a:p>
          <a:p>
            <a:pPr lvl="1">
              <a:buNone/>
            </a:pP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would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definitely have their mobiles with them and with the online Bible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available,</a:t>
            </a:r>
          </a:p>
          <a:p>
            <a:pPr lvl="1">
              <a:buNone/>
            </a:pP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they </a:t>
            </a:r>
            <a:r>
              <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would have the WORD in the darkest moments</a:t>
            </a:r>
            <a:endParaRPr lang="en-US" sz="1700" b="1" dirty="0" smtClean="0">
              <a:solidFill>
                <a:schemeClr val="accent2">
                  <a:lumMod val="75000"/>
                </a:schemeClr>
              </a:solidFill>
              <a:latin typeface="Baskerville Old Face" panose="02020602080505020303" pitchFamily="18" charset="0"/>
              <a:cs typeface="Baskerville Old Face" panose="02020602080505020303" pitchFamily="18" charset="0"/>
            </a:endParaRPr>
          </a:p>
          <a:p>
            <a:pPr lvl="1"/>
            <a:r>
              <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Believe me the downloads have started</a:t>
            </a:r>
            <a:r>
              <a:rPr lang="en-US" sz="20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and PRAISE GOD </a:t>
            </a:r>
            <a:r>
              <a:rPr lang="en-US" sz="20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I </a:t>
            </a:r>
            <a:r>
              <a:rPr lang="en-US" sz="2000" b="1"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NEVER GAVE UP and </a:t>
            </a:r>
            <a:r>
              <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now in this crisis GOD can minister to them through </a:t>
            </a:r>
            <a:endPar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endParaRPr>
          </a:p>
          <a:p>
            <a:pPr lvl="1">
              <a:buNone/>
            </a:pPr>
            <a:r>
              <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	</a:t>
            </a:r>
            <a:r>
              <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HIS </a:t>
            </a:r>
            <a:r>
              <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sym typeface="+mn-ea"/>
              </a:rPr>
              <a:t>WORD.</a:t>
            </a:r>
            <a:endParaRPr lang="en-US" sz="2000" b="1" u="sng" dirty="0" smtClean="0">
              <a:solidFill>
                <a:schemeClr val="accent2">
                  <a:lumMod val="75000"/>
                </a:schemeClr>
              </a:solidFill>
              <a:latin typeface="Baskerville Old Face" panose="02020602080505020303" pitchFamily="18" charset="0"/>
              <a:cs typeface="Baskerville Old Face" panose="02020602080505020303" pitchFamily="18" charset="0"/>
            </a:endParaRPr>
          </a:p>
          <a:p>
            <a:r>
              <a:rPr lang="en-US" sz="2000" b="1" dirty="0" smtClean="0">
                <a:latin typeface="Baskerville Old Face" panose="02020602080505020303" pitchFamily="18" charset="0"/>
                <a:cs typeface="Baskerville Old Face" panose="02020602080505020303" pitchFamily="18" charset="0"/>
                <a:sym typeface="+mn-ea"/>
              </a:rPr>
              <a:t>Android App</a:t>
            </a:r>
            <a:r>
              <a:rPr lang="en-US" sz="2000" b="1" dirty="0" smtClean="0">
                <a:latin typeface="Baskerville Old Face" panose="02020602080505020303" pitchFamily="18" charset="0"/>
                <a:cs typeface="Baskerville Old Face" panose="02020602080505020303" pitchFamily="18" charset="0"/>
                <a:sym typeface="+mn-ea"/>
              </a:rPr>
              <a:t>:  Share </a:t>
            </a:r>
            <a:r>
              <a:rPr lang="en-US" sz="2000" b="1" dirty="0" smtClean="0">
                <a:latin typeface="Baskerville Old Face" panose="02020602080505020303" pitchFamily="18" charset="0"/>
                <a:cs typeface="Baskerville Old Face" panose="02020602080505020303" pitchFamily="18" charset="0"/>
                <a:sym typeface="+mn-ea"/>
              </a:rPr>
              <a:t>the Gospel with everyone. Click here to download   https://</a:t>
            </a:r>
            <a:r>
              <a:rPr lang="en-US" sz="2000" b="1" dirty="0" smtClean="0">
                <a:latin typeface="Baskerville Old Face" panose="02020602080505020303" pitchFamily="18" charset="0"/>
                <a:cs typeface="Baskerville Old Face" panose="02020602080505020303" pitchFamily="18" charset="0"/>
                <a:sym typeface="+mn-ea"/>
              </a:rPr>
              <a:t>goo.gl/eqcTYE </a:t>
            </a:r>
            <a:endParaRPr lang="en-US" sz="2000" b="1" dirty="0" smtClean="0">
              <a:latin typeface="Baskerville Old Face" panose="02020602080505020303" pitchFamily="18" charset="0"/>
              <a:cs typeface="Baskerville Old Face" panose="02020602080505020303" pitchFamily="18" charset="0"/>
            </a:endParaRPr>
          </a:p>
          <a:p>
            <a:r>
              <a:rPr lang="en-US" sz="2000" b="1" dirty="0" smtClean="0">
                <a:solidFill>
                  <a:srgbClr val="FF0000"/>
                </a:solidFill>
                <a:latin typeface="Baskerville Old Face" panose="02020602080505020303" pitchFamily="18" charset="0"/>
                <a:cs typeface="Baskerville Old Face" panose="02020602080505020303" pitchFamily="18" charset="0"/>
                <a:sym typeface="+mn-ea"/>
              </a:rPr>
              <a:t>Website:  www.thegrandgospel.com </a:t>
            </a:r>
            <a:endParaRPr lang="en-US" sz="2000" b="1" dirty="0" smtClean="0">
              <a:solidFill>
                <a:srgbClr val="FF0000"/>
              </a:solidFill>
              <a:latin typeface="Baskerville Old Face" panose="02020602080505020303" pitchFamily="18" charset="0"/>
              <a:cs typeface="Baskerville Old Face" panose="02020602080505020303" pitchFamily="18" charset="0"/>
            </a:endParaRPr>
          </a:p>
          <a:p>
            <a:r>
              <a:rPr lang="en-US" sz="2000" b="1" dirty="0" err="1" smtClean="0">
                <a:latin typeface="Baskerville Old Face" panose="02020602080505020303" pitchFamily="18" charset="0"/>
                <a:cs typeface="Baskerville Old Face" panose="02020602080505020303" pitchFamily="18" charset="0"/>
                <a:sym typeface="+mn-ea"/>
              </a:rPr>
              <a:t>iOS</a:t>
            </a:r>
            <a:r>
              <a:rPr lang="en-US" sz="2000" b="1" dirty="0" smtClean="0">
                <a:latin typeface="Baskerville Old Face" panose="02020602080505020303" pitchFamily="18" charset="0"/>
                <a:cs typeface="Baskerville Old Face" panose="02020602080505020303" pitchFamily="18" charset="0"/>
                <a:sym typeface="+mn-ea"/>
              </a:rPr>
              <a:t> users can use the browser on the phone  to view the site can minister to them through HIS </a:t>
            </a:r>
            <a:r>
              <a:rPr lang="en-US" sz="2000" b="1" dirty="0" smtClean="0">
                <a:latin typeface="Baskerville Old Face" panose="02020602080505020303" pitchFamily="18" charset="0"/>
                <a:cs typeface="Baskerville Old Face" panose="02020602080505020303" pitchFamily="18" charset="0"/>
                <a:sym typeface="+mn-ea"/>
              </a:rPr>
              <a:t>WORD</a:t>
            </a:r>
            <a:r>
              <a:rPr lang="en-US" sz="2000" b="1" dirty="0" smtClean="0">
                <a:latin typeface="Baskerville Old Face" panose="02020602080505020303" pitchFamily="18" charset="0"/>
                <a:cs typeface="Baskerville Old Face" panose="02020602080505020303" pitchFamily="18" charset="0"/>
                <a:sym typeface="+mn-ea"/>
              </a:rPr>
              <a:t>.</a:t>
            </a:r>
          </a:p>
          <a:p>
            <a:endParaRPr lang="en-US" sz="20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1051560"/>
          </a:xfrm>
        </p:spPr>
        <p:txBody>
          <a:bodyPr>
            <a:normAutofit/>
          </a:bodyPr>
          <a:lstStyle/>
          <a:p>
            <a:pPr algn="ctr"/>
            <a:r>
              <a:rPr lang="en-US" sz="2800" dirty="0" smtClean="0">
                <a:solidFill>
                  <a:schemeClr val="bg2">
                    <a:lumMod val="50000"/>
                  </a:schemeClr>
                </a:solidFill>
                <a:latin typeface="Baskerville Old Face" pitchFamily="18" charset="0"/>
              </a:rPr>
              <a:t>WHO ARE WE IN CHRIST ? </a:t>
            </a:r>
            <a:br>
              <a:rPr lang="en-US" sz="2800" dirty="0" smtClean="0">
                <a:solidFill>
                  <a:schemeClr val="bg2">
                    <a:lumMod val="50000"/>
                  </a:schemeClr>
                </a:solidFill>
                <a:latin typeface="Baskerville Old Face" pitchFamily="18" charset="0"/>
              </a:rPr>
            </a:br>
            <a:endParaRPr lang="en-US" sz="2800" dirty="0">
              <a:solidFill>
                <a:schemeClr val="bg2">
                  <a:lumMod val="50000"/>
                </a:schemeClr>
              </a:solidFill>
              <a:latin typeface="Baskerville Old Face" pitchFamily="18" charset="0"/>
            </a:endParaRPr>
          </a:p>
        </p:txBody>
      </p:sp>
      <p:sp>
        <p:nvSpPr>
          <p:cNvPr id="3" name="Content Placeholder 2"/>
          <p:cNvSpPr>
            <a:spLocks noGrp="1"/>
          </p:cNvSpPr>
          <p:nvPr>
            <p:ph idx="1"/>
          </p:nvPr>
        </p:nvSpPr>
        <p:spPr>
          <a:xfrm>
            <a:off x="457200" y="685800"/>
            <a:ext cx="7239000" cy="5769936"/>
          </a:xfrm>
        </p:spPr>
        <p:txBody>
          <a:bodyPr>
            <a:normAutofit/>
          </a:bodyPr>
          <a:lstStyle/>
          <a:p>
            <a:endParaRPr lang="en-US" b="1" dirty="0" smtClean="0">
              <a:solidFill>
                <a:schemeClr val="bg2">
                  <a:lumMod val="50000"/>
                </a:schemeClr>
              </a:solidFill>
              <a:latin typeface="Baskerville Old Face" pitchFamily="18" charset="0"/>
              <a:sym typeface="+mn-ea"/>
            </a:endParaRPr>
          </a:p>
          <a:p>
            <a:r>
              <a:rPr lang="en-US" b="1" dirty="0" smtClean="0">
                <a:solidFill>
                  <a:schemeClr val="bg2">
                    <a:lumMod val="50000"/>
                  </a:schemeClr>
                </a:solidFill>
                <a:latin typeface="Baskerville Old Face" pitchFamily="18" charset="0"/>
                <a:sym typeface="+mn-ea"/>
              </a:rPr>
              <a:t>WITNESSES</a:t>
            </a:r>
          </a:p>
          <a:p>
            <a:pPr lvl="1"/>
            <a:r>
              <a:rPr lang="en-US" sz="2100" b="1" dirty="0" smtClean="0">
                <a:solidFill>
                  <a:schemeClr val="bg2">
                    <a:lumMod val="50000"/>
                  </a:schemeClr>
                </a:solidFill>
                <a:latin typeface="Baskerville Old Face" pitchFamily="18" charset="0"/>
                <a:cs typeface="Baskerville Old Face" panose="02020602080505020303" pitchFamily="18" charset="0"/>
              </a:rPr>
              <a:t>“</a:t>
            </a:r>
            <a:r>
              <a:rPr lang="en-US" sz="2100" b="1" dirty="0" smtClean="0">
                <a:solidFill>
                  <a:schemeClr val="bg2">
                    <a:lumMod val="50000"/>
                  </a:schemeClr>
                </a:solidFill>
                <a:latin typeface="Baskerville Old Face" pitchFamily="18" charset="0"/>
                <a:cs typeface="Baskerville Old Face" panose="02020602080505020303" pitchFamily="18" charset="0"/>
              </a:rPr>
              <a:t>But you will receive power when the Holy Spirit comes on you: and you will be my witnesses in Jerusalem, and in all Judea and Samaria, and to the ends of the earth.”                                                                                             Acts 1:8 NIV</a:t>
            </a:r>
          </a:p>
          <a:p>
            <a:r>
              <a:rPr lang="en-US" b="1" dirty="0" smtClean="0">
                <a:solidFill>
                  <a:schemeClr val="bg2">
                    <a:lumMod val="50000"/>
                  </a:schemeClr>
                </a:solidFill>
                <a:latin typeface="Baskerville Old Face" pitchFamily="18" charset="0"/>
                <a:sym typeface="+mn-ea"/>
              </a:rPr>
              <a:t>Carriers </a:t>
            </a:r>
            <a:r>
              <a:rPr lang="en-US" b="1" dirty="0" smtClean="0">
                <a:solidFill>
                  <a:schemeClr val="bg2">
                    <a:lumMod val="50000"/>
                  </a:schemeClr>
                </a:solidFill>
                <a:latin typeface="Baskerville Old Face" pitchFamily="18" charset="0"/>
                <a:sym typeface="+mn-ea"/>
              </a:rPr>
              <a:t>of the </a:t>
            </a:r>
            <a:r>
              <a:rPr lang="en-US" b="1" dirty="0" smtClean="0">
                <a:solidFill>
                  <a:schemeClr val="bg2">
                    <a:lumMod val="50000"/>
                  </a:schemeClr>
                </a:solidFill>
                <a:latin typeface="Baskerville Old Face" pitchFamily="18" charset="0"/>
                <a:sym typeface="+mn-ea"/>
              </a:rPr>
              <a:t>Gospel  : Matt 28: 18,19</a:t>
            </a:r>
            <a:endParaRPr lang="en-US" b="1" dirty="0" smtClean="0">
              <a:solidFill>
                <a:schemeClr val="bg2">
                  <a:lumMod val="50000"/>
                </a:schemeClr>
              </a:solidFill>
              <a:latin typeface="Baskerville Old Face" pitchFamily="18" charset="0"/>
            </a:endParaRPr>
          </a:p>
          <a:p>
            <a:r>
              <a:rPr lang="en-US" b="1" dirty="0" smtClean="0">
                <a:solidFill>
                  <a:schemeClr val="bg2">
                    <a:lumMod val="50000"/>
                  </a:schemeClr>
                </a:solidFill>
                <a:latin typeface="Baskerville Old Face" pitchFamily="18" charset="0"/>
                <a:sym typeface="+mn-ea"/>
              </a:rPr>
              <a:t>Living </a:t>
            </a:r>
            <a:r>
              <a:rPr lang="en-US" b="1" dirty="0" smtClean="0">
                <a:solidFill>
                  <a:schemeClr val="bg2">
                    <a:lumMod val="50000"/>
                  </a:schemeClr>
                </a:solidFill>
                <a:latin typeface="Baskerville Old Face" pitchFamily="18" charset="0"/>
                <a:sym typeface="+mn-ea"/>
              </a:rPr>
              <a:t>Epistles	:</a:t>
            </a:r>
            <a:endParaRPr lang="en-US" b="1" dirty="0" smtClean="0">
              <a:solidFill>
                <a:schemeClr val="bg2">
                  <a:lumMod val="50000"/>
                </a:schemeClr>
              </a:solidFill>
              <a:latin typeface="Baskerville Old Face" pitchFamily="18" charset="0"/>
            </a:endParaRPr>
          </a:p>
          <a:p>
            <a:r>
              <a:rPr lang="en-US" b="1" dirty="0" smtClean="0">
                <a:solidFill>
                  <a:schemeClr val="bg2">
                    <a:lumMod val="50000"/>
                  </a:schemeClr>
                </a:solidFill>
                <a:latin typeface="Baskerville Old Face" pitchFamily="18" charset="0"/>
                <a:sym typeface="+mn-ea"/>
              </a:rPr>
              <a:t>Peace </a:t>
            </a:r>
            <a:r>
              <a:rPr lang="en-US" b="1" dirty="0" smtClean="0">
                <a:solidFill>
                  <a:schemeClr val="bg2">
                    <a:lumMod val="50000"/>
                  </a:schemeClr>
                </a:solidFill>
                <a:latin typeface="Baskerville Old Face" pitchFamily="18" charset="0"/>
                <a:sym typeface="+mn-ea"/>
              </a:rPr>
              <a:t>makers	:</a:t>
            </a:r>
            <a:endParaRPr lang="en-US" b="1" dirty="0" smtClean="0">
              <a:solidFill>
                <a:schemeClr val="bg2">
                  <a:lumMod val="50000"/>
                </a:schemeClr>
              </a:solidFill>
              <a:latin typeface="Baskerville Old Face" pitchFamily="18" charset="0"/>
            </a:endParaRPr>
          </a:p>
          <a:p>
            <a:r>
              <a:rPr lang="en-US" b="1" dirty="0" smtClean="0">
                <a:solidFill>
                  <a:schemeClr val="bg2">
                    <a:lumMod val="50000"/>
                  </a:schemeClr>
                </a:solidFill>
                <a:latin typeface="Baskerville Old Face" pitchFamily="18" charset="0"/>
                <a:sym typeface="+mn-ea"/>
              </a:rPr>
              <a:t>Peace of </a:t>
            </a:r>
            <a:r>
              <a:rPr lang="en-US" b="1" dirty="0" smtClean="0">
                <a:solidFill>
                  <a:schemeClr val="bg2">
                    <a:lumMod val="50000"/>
                  </a:schemeClr>
                </a:solidFill>
                <a:latin typeface="Baskerville Old Face" pitchFamily="18" charset="0"/>
                <a:sym typeface="+mn-ea"/>
              </a:rPr>
              <a:t>God 	:</a:t>
            </a:r>
            <a:endParaRPr lang="en-US" b="1" dirty="0" smtClean="0">
              <a:solidFill>
                <a:schemeClr val="bg2">
                  <a:lumMod val="50000"/>
                </a:schemeClr>
              </a:solidFill>
              <a:latin typeface="Baskerville Old Face" pitchFamily="18" charset="0"/>
            </a:endParaRPr>
          </a:p>
          <a:p>
            <a:r>
              <a:rPr lang="en-US" b="1" dirty="0" smtClean="0">
                <a:solidFill>
                  <a:schemeClr val="bg2">
                    <a:lumMod val="50000"/>
                  </a:schemeClr>
                </a:solidFill>
                <a:latin typeface="Baskerville Old Face" pitchFamily="18" charset="0"/>
              </a:rPr>
              <a:t>Ambassadors for Christ  :2 </a:t>
            </a:r>
            <a:r>
              <a:rPr lang="en-US" b="1" dirty="0" err="1" smtClean="0">
                <a:solidFill>
                  <a:schemeClr val="bg2">
                    <a:lumMod val="50000"/>
                  </a:schemeClr>
                </a:solidFill>
                <a:latin typeface="Baskerville Old Face" pitchFamily="18" charset="0"/>
              </a:rPr>
              <a:t>Cor</a:t>
            </a:r>
            <a:r>
              <a:rPr lang="en-US" b="1" dirty="0" smtClean="0">
                <a:solidFill>
                  <a:schemeClr val="bg2">
                    <a:lumMod val="50000"/>
                  </a:schemeClr>
                </a:solidFill>
                <a:latin typeface="Baskerville Old Face" pitchFamily="18" charset="0"/>
              </a:rPr>
              <a:t> 5:19,20</a:t>
            </a:r>
            <a:endParaRPr lang="en-US" b="1" dirty="0">
              <a:solidFill>
                <a:schemeClr val="bg2">
                  <a:lumMod val="50000"/>
                </a:schemeClr>
              </a:solidFill>
              <a:latin typeface="Baskerville Old Face"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endParaRPr lang="en-US" sz="3600" dirty="0" smtClean="0">
              <a:solidFill>
                <a:schemeClr val="bg2">
                  <a:lumMod val="50000"/>
                </a:schemeClr>
              </a:solidFill>
              <a:latin typeface="Baskerville Old Face" pitchFamily="18" charset="0"/>
            </a:endParaRPr>
          </a:p>
          <a:p>
            <a:pPr algn="ctr"/>
            <a:r>
              <a:rPr lang="en-US" sz="3600" dirty="0" smtClean="0">
                <a:solidFill>
                  <a:schemeClr val="bg2">
                    <a:lumMod val="50000"/>
                  </a:schemeClr>
                </a:solidFill>
                <a:latin typeface="Baskerville Old Face" pitchFamily="18" charset="0"/>
              </a:rPr>
              <a:t>What is your purpose in life ? </a:t>
            </a:r>
          </a:p>
          <a:p>
            <a:pPr algn="ctr"/>
            <a:r>
              <a:rPr lang="en-US" sz="3600" dirty="0" smtClean="0">
                <a:solidFill>
                  <a:schemeClr val="bg2">
                    <a:lumMod val="50000"/>
                  </a:schemeClr>
                </a:solidFill>
                <a:latin typeface="Baskerville Old Face" pitchFamily="18" charset="0"/>
              </a:rPr>
              <a:t>What is your passion, vision, vocation and mission in life ? </a:t>
            </a:r>
          </a:p>
          <a:p>
            <a:endParaRPr lang="en-US" sz="3600" dirty="0" smtClean="0">
              <a:solidFill>
                <a:schemeClr val="bg2">
                  <a:lumMod val="50000"/>
                </a:schemeClr>
              </a:solidFill>
              <a:latin typeface="Baskerville Old Face" pitchFamily="18" charset="0"/>
            </a:endParaRPr>
          </a:p>
          <a:p>
            <a:pPr algn="ctr"/>
            <a:r>
              <a:rPr lang="en-US" sz="3600" dirty="0" smtClean="0">
                <a:solidFill>
                  <a:schemeClr val="bg2">
                    <a:lumMod val="50000"/>
                  </a:schemeClr>
                </a:solidFill>
                <a:latin typeface="Baskerville Old Face" pitchFamily="18" charset="0"/>
              </a:rPr>
              <a:t>Thank you !</a:t>
            </a:r>
            <a:endParaRPr lang="en-US" sz="3600" dirty="0">
              <a:solidFill>
                <a:schemeClr val="bg2">
                  <a:lumMod val="50000"/>
                </a:schemeClr>
              </a:solidFill>
              <a:latin typeface="Baskerville Old Face"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smtClean="0">
                <a:solidFill>
                  <a:schemeClr val="bg2">
                    <a:lumMod val="75000"/>
                  </a:schemeClr>
                </a:solidFill>
                <a:latin typeface="Baskerville Old Face" pitchFamily="18" charset="0"/>
                <a:sym typeface="+mn-ea"/>
              </a:rPr>
              <a:t>AMBASSADORS FOR CHRIST </a:t>
            </a:r>
            <a:br>
              <a:rPr lang="en-US" dirty="0" smtClean="0">
                <a:solidFill>
                  <a:schemeClr val="bg2">
                    <a:lumMod val="75000"/>
                  </a:schemeClr>
                </a:solidFill>
                <a:latin typeface="Baskerville Old Face" pitchFamily="18" charset="0"/>
                <a:sym typeface="+mn-ea"/>
              </a:rPr>
            </a:br>
            <a:r>
              <a:rPr lang="en-US" dirty="0" smtClean="0">
                <a:solidFill>
                  <a:schemeClr val="bg2">
                    <a:lumMod val="75000"/>
                  </a:schemeClr>
                </a:solidFill>
                <a:latin typeface="Baskerville Old Face" pitchFamily="18" charset="0"/>
                <a:sym typeface="+mn-ea"/>
              </a:rPr>
              <a:t>II </a:t>
            </a:r>
            <a:r>
              <a:rPr lang="en-US" dirty="0" smtClean="0">
                <a:solidFill>
                  <a:schemeClr val="bg2">
                    <a:lumMod val="75000"/>
                  </a:schemeClr>
                </a:solidFill>
                <a:latin typeface="Baskerville Old Face" pitchFamily="18" charset="0"/>
                <a:sym typeface="+mn-ea"/>
              </a:rPr>
              <a:t>Cor. </a:t>
            </a:r>
            <a:r>
              <a:rPr lang="en-US" dirty="0" smtClean="0">
                <a:solidFill>
                  <a:schemeClr val="bg2">
                    <a:lumMod val="75000"/>
                  </a:schemeClr>
                </a:solidFill>
                <a:latin typeface="Baskerville Old Face" pitchFamily="18" charset="0"/>
                <a:sym typeface="+mn-ea"/>
              </a:rPr>
              <a:t>5:19-20</a:t>
            </a:r>
            <a:endParaRPr lang="en-US" dirty="0">
              <a:solidFill>
                <a:schemeClr val="bg2">
                  <a:lumMod val="75000"/>
                </a:schemeClr>
              </a:solidFill>
              <a:latin typeface="Baskerville Old Face" pitchFamily="18" charset="0"/>
            </a:endParaRPr>
          </a:p>
        </p:txBody>
      </p:sp>
      <p:sp>
        <p:nvSpPr>
          <p:cNvPr id="3" name="Content Placeholder 2"/>
          <p:cNvSpPr>
            <a:spLocks noGrp="1"/>
          </p:cNvSpPr>
          <p:nvPr>
            <p:ph idx="1"/>
          </p:nvPr>
        </p:nvSpPr>
        <p:spPr>
          <a:ln>
            <a:noFill/>
          </a:ln>
        </p:spPr>
        <p:txBody>
          <a:bodyPr/>
          <a:lstStyle/>
          <a:p>
            <a:pPr algn="just"/>
            <a:r>
              <a:rPr lang="en-US" b="1" dirty="0" smtClean="0">
                <a:solidFill>
                  <a:schemeClr val="bg2">
                    <a:lumMod val="75000"/>
                  </a:schemeClr>
                </a:solidFill>
                <a:effectLst>
                  <a:glow rad="101600">
                    <a:srgbClr val="002060">
                      <a:alpha val="60000"/>
                    </a:srgbClr>
                  </a:glow>
                </a:effectLst>
                <a:latin typeface="Baskerville Old Face" pitchFamily="18" charset="0"/>
                <a:sym typeface="+mn-ea"/>
              </a:rPr>
              <a:t>19 </a:t>
            </a:r>
            <a:r>
              <a:rPr lang="en-US" b="1" dirty="0" smtClean="0">
                <a:solidFill>
                  <a:schemeClr val="bg2">
                    <a:lumMod val="75000"/>
                  </a:schemeClr>
                </a:solidFill>
                <a:effectLst>
                  <a:glow rad="101600">
                    <a:srgbClr val="002060">
                      <a:alpha val="60000"/>
                    </a:srgbClr>
                  </a:glow>
                </a:effectLst>
                <a:latin typeface="Baskerville Old Face" pitchFamily="18" charset="0"/>
                <a:sym typeface="+mn-ea"/>
              </a:rPr>
              <a:t>And He has committed to us the message of reconciliation </a:t>
            </a:r>
            <a:r>
              <a:rPr lang="en-US" b="1" dirty="0" smtClean="0">
                <a:solidFill>
                  <a:schemeClr val="bg2">
                    <a:lumMod val="75000"/>
                  </a:schemeClr>
                </a:solidFill>
                <a:effectLst>
                  <a:glow rad="101600">
                    <a:srgbClr val="002060">
                      <a:alpha val="60000"/>
                    </a:srgbClr>
                  </a:glow>
                </a:effectLst>
                <a:latin typeface="Baskerville Old Face" pitchFamily="18" charset="0"/>
                <a:sym typeface="+mn-ea"/>
              </a:rPr>
              <a:t> that </a:t>
            </a:r>
            <a:r>
              <a:rPr lang="en-US" b="1" dirty="0" smtClean="0">
                <a:solidFill>
                  <a:schemeClr val="bg2">
                    <a:lumMod val="75000"/>
                  </a:schemeClr>
                </a:solidFill>
                <a:effectLst>
                  <a:glow rad="101600">
                    <a:srgbClr val="002060">
                      <a:alpha val="60000"/>
                    </a:srgbClr>
                  </a:glow>
                </a:effectLst>
                <a:latin typeface="Baskerville Old Face" pitchFamily="18" charset="0"/>
                <a:sym typeface="+mn-ea"/>
              </a:rPr>
              <a:t>is, restoration to favor with God</a:t>
            </a:r>
            <a:r>
              <a:rPr lang="en-US" b="1" dirty="0" smtClean="0">
                <a:solidFill>
                  <a:schemeClr val="bg2">
                    <a:lumMod val="75000"/>
                  </a:schemeClr>
                </a:solidFill>
                <a:effectLst>
                  <a:glow rad="101600">
                    <a:srgbClr val="002060">
                      <a:alpha val="60000"/>
                    </a:srgbClr>
                  </a:glow>
                </a:effectLst>
                <a:latin typeface="Baskerville Old Face" pitchFamily="18" charset="0"/>
                <a:sym typeface="+mn-ea"/>
              </a:rPr>
              <a:t>].</a:t>
            </a:r>
            <a:endParaRPr lang="en-US" b="1" dirty="0" smtClean="0">
              <a:solidFill>
                <a:schemeClr val="bg2">
                  <a:lumMod val="75000"/>
                </a:schemeClr>
              </a:solidFill>
              <a:effectLst>
                <a:glow rad="101600">
                  <a:srgbClr val="002060">
                    <a:alpha val="60000"/>
                  </a:srgbClr>
                </a:glow>
              </a:effectLst>
              <a:latin typeface="Baskerville Old Face" pitchFamily="18" charset="0"/>
              <a:sym typeface="+mn-ea"/>
            </a:endParaRPr>
          </a:p>
          <a:p>
            <a:pPr algn="just"/>
            <a:r>
              <a:rPr lang="en-US" b="1" dirty="0" smtClean="0">
                <a:solidFill>
                  <a:schemeClr val="bg2">
                    <a:lumMod val="75000"/>
                  </a:schemeClr>
                </a:solidFill>
                <a:effectLst>
                  <a:glow rad="101600">
                    <a:srgbClr val="002060">
                      <a:alpha val="60000"/>
                    </a:srgbClr>
                  </a:glow>
                </a:effectLst>
                <a:latin typeface="Baskerville Old Face" pitchFamily="18" charset="0"/>
                <a:sym typeface="+mn-ea"/>
              </a:rPr>
              <a:t>20 So we are ambassadors for Christ, as though God were making His appeal through us; we [as Christ’s representatives] plead with you on behalf of Christ to be reconciled to God.</a:t>
            </a:r>
          </a:p>
          <a:p>
            <a:endParaRPr lang="en-US" b="1" dirty="0" smtClean="0">
              <a:solidFill>
                <a:schemeClr val="bg2">
                  <a:lumMod val="75000"/>
                </a:schemeClr>
              </a:solidFill>
              <a:effectLst>
                <a:glow rad="101600">
                  <a:srgbClr val="002060">
                    <a:alpha val="60000"/>
                  </a:srgbClr>
                </a:glow>
              </a:effectLst>
              <a:latin typeface="Baskerville Old Face" pitchFamily="18" charset="0"/>
              <a:sym typeface="+mn-ea"/>
            </a:endParaRPr>
          </a:p>
          <a:p>
            <a:endParaRPr lang="en-US" dirty="0">
              <a:solidFill>
                <a:schemeClr val="bg2">
                  <a:lumMod val="75000"/>
                </a:schemeClr>
              </a:solidFill>
              <a:latin typeface="Baskerville Old Face"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algn="ctr"/>
            <a:endParaRPr lang="en-US" sz="2800" dirty="0" smtClean="0">
              <a:solidFill>
                <a:schemeClr val="tx2"/>
              </a:solidFill>
              <a:latin typeface="Baskerville Old Face" pitchFamily="18" charset="0"/>
            </a:endParaRPr>
          </a:p>
          <a:p>
            <a:pPr algn="ctr"/>
            <a:endParaRPr lang="en-US" sz="2800" dirty="0" smtClean="0">
              <a:solidFill>
                <a:schemeClr val="tx2"/>
              </a:solidFill>
              <a:latin typeface="Baskerville Old Face" pitchFamily="18" charset="0"/>
            </a:endParaRPr>
          </a:p>
          <a:p>
            <a:pPr algn="ctr"/>
            <a:endParaRPr lang="en-US" sz="2800" dirty="0" smtClean="0">
              <a:solidFill>
                <a:schemeClr val="tx2"/>
              </a:solidFill>
              <a:latin typeface="Baskerville Old Face" pitchFamily="18" charset="0"/>
            </a:endParaRPr>
          </a:p>
          <a:p>
            <a:pPr algn="ctr"/>
            <a:endParaRPr lang="en-US" sz="2800" dirty="0" smtClean="0">
              <a:solidFill>
                <a:schemeClr val="tx2"/>
              </a:solidFill>
              <a:latin typeface="Baskerville Old Face" pitchFamily="18" charset="0"/>
            </a:endParaRPr>
          </a:p>
          <a:p>
            <a:pPr algn="ctr"/>
            <a:r>
              <a:rPr lang="en-US" sz="2800" dirty="0" smtClean="0">
                <a:solidFill>
                  <a:schemeClr val="tx2"/>
                </a:solidFill>
                <a:latin typeface="Baskerville Old Face" pitchFamily="18" charset="0"/>
              </a:rPr>
              <a:t>THANK YOU </a:t>
            </a:r>
            <a:endParaRPr lang="en-US" sz="2800" dirty="0">
              <a:solidFill>
                <a:schemeClr val="tx2"/>
              </a:solidFill>
              <a:latin typeface="Baskerville Old Face"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1063</TotalTime>
  <Words>1125</Words>
  <Application>Microsoft Office PowerPoint</Application>
  <PresentationFormat>On-screen Show (4:3)</PresentationFormat>
  <Paragraphs>207</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Opulent</vt:lpstr>
      <vt:lpstr>PART III   “REACHING THE UNREACHED”</vt:lpstr>
      <vt:lpstr>What is Evangelism ?</vt:lpstr>
      <vt:lpstr>THEORY OF EVANGELISM</vt:lpstr>
      <vt:lpstr>Types of evangelism </vt:lpstr>
      <vt:lpstr>Methods of evangelism</vt:lpstr>
      <vt:lpstr>THE PROCESS OF EVANGELISM Stages a Non-Believer goes through ‘The amount of information is directly proportionate to the         person’s  readiness for the Gospel’                       Dr. PauL GUPTA  MAN IS LOST  --------                 ---------                ----------            MAN IS SAVED !</vt:lpstr>
      <vt:lpstr>THE GOSPEL </vt:lpstr>
      <vt:lpstr>Gospel </vt:lpstr>
      <vt:lpstr>Who is an Evangelist ?</vt:lpstr>
      <vt:lpstr>      WHO AM I ?</vt:lpstr>
      <vt:lpstr>SELF WORTH &amp; IDENTITY IN CHRIST</vt:lpstr>
      <vt:lpstr>A   Japanese way of life….. (modified ) ’IKIGAI’  BY hector Garcia &amp; Francesc miralles</vt:lpstr>
      <vt:lpstr>   A PARADIGM SHIFT IN OUR THINKING</vt:lpstr>
      <vt:lpstr>Bro. George  Johnson’s testimony cont’d:-</vt:lpstr>
      <vt:lpstr>WHO ARE WE IN CHRIST ?  </vt:lpstr>
      <vt:lpstr>Slide 16</vt:lpstr>
      <vt:lpstr>AMBASSADORS FOR CHRIST  II Cor. 5:19-20</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 III   “REACHING THE UNREACHED”</dc:title>
  <dc:creator>india</dc:creator>
  <cp:lastModifiedBy>india</cp:lastModifiedBy>
  <cp:revision>26</cp:revision>
  <dcterms:created xsi:type="dcterms:W3CDTF">2022-03-16T01:45:36Z</dcterms:created>
  <dcterms:modified xsi:type="dcterms:W3CDTF">2022-03-16T19:29:31Z</dcterms:modified>
</cp:coreProperties>
</file>